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BpifN2P712WHyFcpv8cOQ==" hashData="dEPvl6E00KSlV+d3jwyxcyg27Z2P8MhpbqCDYjo+6mbfn7PvLwhQqrdKat1qVWDFKpGXBl8hj9Aq91OybMuOo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955" y="-2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B0EC3-7031-46B6-9523-4D03B6C1F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37602C-EA96-4303-9DFC-943623914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0C3262-52DB-4EDB-BA50-86511E3E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F555AA-5520-43FB-AF33-2470CE82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B824E-B117-40B4-958B-8AA07F75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8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B3F22-7657-458B-B328-D315B8AC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BEE722-9B96-447D-84CD-8222C55A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11BAA-D18D-476D-B057-6674F14B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1D7DB1-5E58-4FAC-8007-63D7FBC9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F65539-1459-4782-9F75-279D0EC9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53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82DC7-6198-4B8F-910A-73DE8159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C1967-56D6-4D86-8E90-DEA9CEEBD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5623E3-302C-498C-94C0-959C4269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D6BD99-98AE-4B2A-914D-7D129B52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4C6DF4-1D0D-4C14-BE88-D1A33590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7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6D629-0BB8-453F-AB36-E9C3F046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E2B45-CC56-4614-99A1-814AD4BD4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564E1C-9AF8-4445-A1AB-63787C0C5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319FE3-B3A7-45C0-82C9-7E4CDA38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1DB3BE-8213-4B93-A39E-C9DA48CF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2710CF-73E9-49F5-B091-19FDC773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0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56DDF-AAC7-4BF2-A0D0-6971DB81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1088BA-C19C-45E8-B746-FDD2F4856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E920A4-0754-4B02-A4E1-54D2451D3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306A34-3C71-4ACF-9130-B7E3E55E9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34E4D7-84DF-4AED-8508-96F80BCA3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1668-9472-4C75-B87F-61ECEFE27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723100B-5665-46DF-B1EB-B25620E7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376BFD-4631-404C-BC41-74F38AD1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3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CB42D-0640-4A90-80D3-945154BD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87FA30-DFF2-4D7B-AB0E-81837E2D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F35177-A5BC-4745-A42D-9F72459A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A334EB-D7B4-4133-BC41-CE508FDB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27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CAC781-D85B-4092-8D71-591CB85C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28D0D6-CC23-45CA-8572-89DA34DF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12C53E-F08E-49D3-AE6D-2A9AC4FF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66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2110A-B0FE-48EA-9E43-A9292489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DD1DA1-6343-4E79-954A-7E68434F6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9A8766-726D-43DD-AEC9-386C8026D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A4D0AD-FE6E-4278-8D24-01A32518E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69BF5E-0F75-4440-80EC-134C7D497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845DC2-CA83-4F0E-ADD3-82129E8A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588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04EC5-CCA8-4891-A0A0-10B289D3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3B08FB-5BD5-4571-BC3D-0707F8A8D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B3B925-15DD-435F-A9D6-FD34A7D81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E68D5E-EE0A-4990-9FC8-C690361D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BE0397-5C65-4F92-B422-B6E3479A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5314B6-C586-4A42-8287-A8103252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31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AD1BF-7B06-45DD-8B22-A87C88EF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A0BD1B-C989-4550-93D6-06FB98DD0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F53A50-214F-4F6B-85A0-2929A704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ADCB71-C02A-45FF-94E4-1AFC489E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77A786-CA8B-40A6-B5D1-4902F0D9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91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89ACEF0-435C-41E0-9EDF-D8B9336AC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0698D-DF87-4480-B1A8-D829D2536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5F9F90-3B07-4C8B-87A6-65299DDE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7C7C3F-E00F-48CB-8047-31C07CD1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2754AA-54FA-4156-992E-A96CAF7A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49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D4214-D56F-40AC-8C4A-9664115D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9C347C-A132-49A2-9BEE-EF18005A8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6AC902-CEF8-4B06-83D4-0291DCAE4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D5AF4-0A16-4C32-A445-AE9218CC3ABF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229FC-8193-45B6-98E4-677EA4356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2E989E-6026-4033-A8CC-5A7777335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9EEFC-97D7-4287-BBB8-215E2CFB1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20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текст">
            <a:extLst>
              <a:ext uri="{FF2B5EF4-FFF2-40B4-BE49-F238E27FC236}">
                <a16:creationId xmlns:a16="http://schemas.microsoft.com/office/drawing/2014/main" id="{75BFF902-B4F6-4B67-A4D1-798996C31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2" y="208"/>
            <a:ext cx="6871834" cy="1013054"/>
          </a:xfrm>
          <a:prstGeom prst="rect">
            <a:avLst/>
          </a:prstGeom>
        </p:spPr>
      </p:pic>
      <p:pic>
        <p:nvPicPr>
          <p:cNvPr id="22" name="зайка">
            <a:extLst>
              <a:ext uri="{FF2B5EF4-FFF2-40B4-BE49-F238E27FC236}">
                <a16:creationId xmlns:a16="http://schemas.microsoft.com/office/drawing/2014/main" id="{A3AA1C76-1FA0-453C-BE8B-1E2B1A7CA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2" y="2860971"/>
            <a:ext cx="3650485" cy="3997029"/>
          </a:xfrm>
          <a:prstGeom prst="rect">
            <a:avLst/>
          </a:prstGeom>
        </p:spPr>
      </p:pic>
      <p:pic>
        <p:nvPicPr>
          <p:cNvPr id="28" name="логотип">
            <a:extLst>
              <a:ext uri="{FF2B5EF4-FFF2-40B4-BE49-F238E27FC236}">
                <a16:creationId xmlns:a16="http://schemas.microsoft.com/office/drawing/2014/main" id="{20F4F8CC-5909-4514-A57C-D7D224C604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240" y="80308"/>
            <a:ext cx="1300480" cy="395173"/>
          </a:xfrm>
          <a:prstGeom prst="rect">
            <a:avLst/>
          </a:prstGeom>
        </p:spPr>
      </p:pic>
      <p:pic>
        <p:nvPicPr>
          <p:cNvPr id="4" name="маляр">
            <a:extLst>
              <a:ext uri="{FF2B5EF4-FFF2-40B4-BE49-F238E27FC236}">
                <a16:creationId xmlns:a16="http://schemas.microsoft.com/office/drawing/2014/main" id="{B4C06F14-4AE3-447C-A10A-C603ABC195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968" y="1790497"/>
            <a:ext cx="2092867" cy="2301851"/>
          </a:xfrm>
          <a:prstGeom prst="rect">
            <a:avLst/>
          </a:prstGeom>
        </p:spPr>
      </p:pic>
      <p:pic>
        <p:nvPicPr>
          <p:cNvPr id="6" name="качели">
            <a:extLst>
              <a:ext uri="{FF2B5EF4-FFF2-40B4-BE49-F238E27FC236}">
                <a16:creationId xmlns:a16="http://schemas.microsoft.com/office/drawing/2014/main" id="{6F7179D6-9EF8-477C-ABD9-8F8403034C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269" y="3031402"/>
            <a:ext cx="2092867" cy="2301851"/>
          </a:xfrm>
          <a:prstGeom prst="rect">
            <a:avLst/>
          </a:prstGeom>
        </p:spPr>
      </p:pic>
      <p:pic>
        <p:nvPicPr>
          <p:cNvPr id="8" name="чистим зубы">
            <a:extLst>
              <a:ext uri="{FF2B5EF4-FFF2-40B4-BE49-F238E27FC236}">
                <a16:creationId xmlns:a16="http://schemas.microsoft.com/office/drawing/2014/main" id="{BD8DB0E3-D432-43AA-9353-C732DB7EEE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09" y="3334308"/>
            <a:ext cx="2092867" cy="2301851"/>
          </a:xfrm>
          <a:prstGeom prst="rect">
            <a:avLst/>
          </a:prstGeom>
        </p:spPr>
      </p:pic>
      <p:pic>
        <p:nvPicPr>
          <p:cNvPr id="10" name="лошадка">
            <a:extLst>
              <a:ext uri="{FF2B5EF4-FFF2-40B4-BE49-F238E27FC236}">
                <a16:creationId xmlns:a16="http://schemas.microsoft.com/office/drawing/2014/main" id="{B2A8918A-24EA-4A2D-AA46-AD338476DE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32" y="1524747"/>
            <a:ext cx="2092867" cy="2301851"/>
          </a:xfrm>
          <a:prstGeom prst="rect">
            <a:avLst/>
          </a:prstGeom>
        </p:spPr>
      </p:pic>
      <p:pic>
        <p:nvPicPr>
          <p:cNvPr id="12" name="грибок">
            <a:extLst>
              <a:ext uri="{FF2B5EF4-FFF2-40B4-BE49-F238E27FC236}">
                <a16:creationId xmlns:a16="http://schemas.microsoft.com/office/drawing/2014/main" id="{EE9627A6-8EE7-489E-AC4C-F451081F5A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130" y="2477659"/>
            <a:ext cx="2092867" cy="2301851"/>
          </a:xfrm>
          <a:prstGeom prst="rect">
            <a:avLst/>
          </a:prstGeom>
        </p:spPr>
      </p:pic>
      <p:pic>
        <p:nvPicPr>
          <p:cNvPr id="14" name="лопаточка">
            <a:extLst>
              <a:ext uri="{FF2B5EF4-FFF2-40B4-BE49-F238E27FC236}">
                <a16:creationId xmlns:a16="http://schemas.microsoft.com/office/drawing/2014/main" id="{56A57D87-F141-47EC-82DD-E88FF7A6B9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023" y="2690529"/>
            <a:ext cx="2092867" cy="2301851"/>
          </a:xfrm>
          <a:prstGeom prst="rect">
            <a:avLst/>
          </a:prstGeom>
        </p:spPr>
      </p:pic>
      <p:pic>
        <p:nvPicPr>
          <p:cNvPr id="16" name="чашечка">
            <a:extLst>
              <a:ext uri="{FF2B5EF4-FFF2-40B4-BE49-F238E27FC236}">
                <a16:creationId xmlns:a16="http://schemas.microsoft.com/office/drawing/2014/main" id="{D38CFF0F-3AC1-4B26-BE9D-6024C691A4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991" y="2189063"/>
            <a:ext cx="1762733" cy="2301851"/>
          </a:xfrm>
          <a:prstGeom prst="rect">
            <a:avLst/>
          </a:prstGeom>
        </p:spPr>
      </p:pic>
      <p:pic>
        <p:nvPicPr>
          <p:cNvPr id="24" name="корзина">
            <a:extLst>
              <a:ext uri="{FF2B5EF4-FFF2-40B4-BE49-F238E27FC236}">
                <a16:creationId xmlns:a16="http://schemas.microsoft.com/office/drawing/2014/main" id="{5D8945B8-91C1-46E7-8C10-8CC6A2C95F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720" y="4249621"/>
            <a:ext cx="2621279" cy="2608379"/>
          </a:xfrm>
          <a:prstGeom prst="rect">
            <a:avLst/>
          </a:prstGeom>
        </p:spPr>
      </p:pic>
      <p:pic>
        <p:nvPicPr>
          <p:cNvPr id="18" name="7">
            <a:extLst>
              <a:ext uri="{FF2B5EF4-FFF2-40B4-BE49-F238E27FC236}">
                <a16:creationId xmlns:a16="http://schemas.microsoft.com/office/drawing/2014/main" id="{80051C1E-5E37-4108-8441-C55C9B3CEC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159" y="2191239"/>
            <a:ext cx="1991662" cy="2300400"/>
          </a:xfrm>
          <a:prstGeom prst="rect">
            <a:avLst/>
          </a:prstGeom>
        </p:spPr>
      </p:pic>
      <p:pic>
        <p:nvPicPr>
          <p:cNvPr id="29" name="6">
            <a:extLst>
              <a:ext uri="{FF2B5EF4-FFF2-40B4-BE49-F238E27FC236}">
                <a16:creationId xmlns:a16="http://schemas.microsoft.com/office/drawing/2014/main" id="{2D26CE5F-47D4-4DE0-AD8B-C9FE537AE8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593" y="2691254"/>
            <a:ext cx="1991662" cy="2300400"/>
          </a:xfrm>
          <a:prstGeom prst="rect">
            <a:avLst/>
          </a:prstGeom>
        </p:spPr>
      </p:pic>
      <p:pic>
        <p:nvPicPr>
          <p:cNvPr id="32" name="5">
            <a:extLst>
              <a:ext uri="{FF2B5EF4-FFF2-40B4-BE49-F238E27FC236}">
                <a16:creationId xmlns:a16="http://schemas.microsoft.com/office/drawing/2014/main" id="{D215E19C-4301-4C8C-9C10-2DB05BA4E4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594" y="2487032"/>
            <a:ext cx="1991662" cy="2300400"/>
          </a:xfrm>
          <a:prstGeom prst="rect">
            <a:avLst/>
          </a:prstGeom>
        </p:spPr>
      </p:pic>
      <p:pic>
        <p:nvPicPr>
          <p:cNvPr id="34" name="4">
            <a:extLst>
              <a:ext uri="{FF2B5EF4-FFF2-40B4-BE49-F238E27FC236}">
                <a16:creationId xmlns:a16="http://schemas.microsoft.com/office/drawing/2014/main" id="{6F1CDF6E-3093-4233-93A9-4AB067B923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137" y="1520479"/>
            <a:ext cx="1991662" cy="2300400"/>
          </a:xfrm>
          <a:prstGeom prst="rect">
            <a:avLst/>
          </a:prstGeom>
        </p:spPr>
      </p:pic>
      <p:pic>
        <p:nvPicPr>
          <p:cNvPr id="33" name="3">
            <a:extLst>
              <a:ext uri="{FF2B5EF4-FFF2-40B4-BE49-F238E27FC236}">
                <a16:creationId xmlns:a16="http://schemas.microsoft.com/office/drawing/2014/main" id="{D46CD94E-32D6-49EF-BEB3-8F38451E74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56" y="3339988"/>
            <a:ext cx="1991662" cy="2300400"/>
          </a:xfrm>
          <a:prstGeom prst="rect">
            <a:avLst/>
          </a:prstGeom>
        </p:spPr>
      </p:pic>
      <p:pic>
        <p:nvPicPr>
          <p:cNvPr id="30" name="2">
            <a:extLst>
              <a:ext uri="{FF2B5EF4-FFF2-40B4-BE49-F238E27FC236}">
                <a16:creationId xmlns:a16="http://schemas.microsoft.com/office/drawing/2014/main" id="{2F16FD7A-DC80-40A4-9BE2-C16715A3CDB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474" y="3025310"/>
            <a:ext cx="1991662" cy="2300400"/>
          </a:xfrm>
          <a:prstGeom prst="rect">
            <a:avLst/>
          </a:prstGeom>
        </p:spPr>
      </p:pic>
      <p:pic>
        <p:nvPicPr>
          <p:cNvPr id="31" name="1">
            <a:extLst>
              <a:ext uri="{FF2B5EF4-FFF2-40B4-BE49-F238E27FC236}">
                <a16:creationId xmlns:a16="http://schemas.microsoft.com/office/drawing/2014/main" id="{5EB6F951-F835-454F-9228-B61C20C815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173" y="1786229"/>
            <a:ext cx="1991662" cy="2300400"/>
          </a:xfrm>
          <a:prstGeom prst="rect">
            <a:avLst/>
          </a:prstGeom>
        </p:spPr>
      </p:pic>
      <p:pic>
        <p:nvPicPr>
          <p:cNvPr id="26" name="половина корзины">
            <a:extLst>
              <a:ext uri="{FF2B5EF4-FFF2-40B4-BE49-F238E27FC236}">
                <a16:creationId xmlns:a16="http://schemas.microsoft.com/office/drawing/2014/main" id="{25CB265F-BAA8-4DA4-B82D-8AEC84DB40F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304" y="5404904"/>
            <a:ext cx="2535075" cy="138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5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7.40741E-7 L -0.04597 -0.1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5" y="-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97 -0.10093 L 0.61054 0.35185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26" y="2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6 L -0.09076 0.0997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4" y="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6 0.09976 L 0.54869 0.16944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66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0.03855 0.1571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855 0.15718 L 0.43659 0.12315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96" y="-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1.85185E-6 L -0.05599 -0.12291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-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5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9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1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99 -0.12291 L 0.3974 0.38843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9" y="2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0.00742 -0.20601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-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7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42 -0.20601 L 0.27565 0.2525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11" y="2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0.02722 0.17824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8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0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1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2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3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22 0.17824 L 0.17201 0.2166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96296E-6 L -0.03919 -0.16805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0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19 -0.16805 L 0.01654 0.28958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2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Валерия</dc:creator>
  <cp:lastModifiedBy>Валерия</cp:lastModifiedBy>
  <cp:revision>7</cp:revision>
  <dcterms:created xsi:type="dcterms:W3CDTF">2026-03-18T09:11:57Z</dcterms:created>
  <dcterms:modified xsi:type="dcterms:W3CDTF">2026-03-20T13:24:58Z</dcterms:modified>
</cp:coreProperties>
</file>