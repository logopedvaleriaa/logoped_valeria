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5B2F"/>
    <a:srgbClr val="732D33"/>
    <a:srgbClr val="F7C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22"/>
    <p:restoredTop sz="94695"/>
  </p:normalViewPr>
  <p:slideViewPr>
    <p:cSldViewPr snapToGrid="0">
      <p:cViewPr varScale="1">
        <p:scale>
          <a:sx n="98" d="100"/>
          <a:sy n="98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3FF17-1B0F-E481-67B7-3ADF19C57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67EA82-64DD-3249-70F6-0E7D454E0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3D68AE-E46D-863E-33C5-51F5E0AE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8B482E-2CE5-A00D-062F-3F90D3C0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7ACE05-3010-EA45-5F56-20EB3F7B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19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2E71D-033B-BCF9-AE47-C909B76F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55179E-5E65-5EE2-DA48-B24EA0466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5D0ED-2905-2748-37D6-CDCB0637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D0A514-3932-84CB-72C4-28A46F35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6A9F4-39C4-DA5B-F5E7-71BDBC51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60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614D9-2099-74E7-E159-44F45EB3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D784DC-A3B7-E8C2-3459-AC288261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91AE2E-6EED-A005-1C70-351F3396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E3689-8F71-30AE-1AB9-C874F016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316D5-EB0F-6778-2000-51651A38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00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18BF8-45A2-1D2C-2EC1-1855B349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AB84B8-94B2-BA69-5665-863EC213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D3C779-344E-42A9-8627-9BBAD8F8A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8CB3A5-2F68-D994-870D-E4F852AA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470000-BAFF-EF3E-3D43-18BF5F9D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04DD4D-F90A-A839-F3AD-9F698369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09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CA76E-52C3-A8FC-7BC4-9602AC57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C6AECA-096F-6632-C8D3-881D95F37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6D467D-CB11-BC51-63BF-C0972E65E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ADA25E-C46C-5C3A-7E66-65C4EF353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8955C3-2F88-D8F7-977E-17FD2B4E2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71EF7C-137C-1564-5880-669272B4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2A3CCE-B71D-ADD4-D92F-D4930EC3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FF0308-9741-4B37-917D-1771C85E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80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5D12B-A012-EE3D-E9B8-759FA877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FBAD0D-FE8F-5FBC-1A63-D82554F0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F9E6CE-9378-229A-CC51-778109AB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B53AC3-C0C5-81E1-41A6-A0289B6A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4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0A7F23-BDC3-3E8E-5F4C-EAD62B0E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D91D218-74DE-F949-5278-88C589F8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2F109-A4D0-65A6-D816-2FFA944D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8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41E03-094E-6089-E112-85240A39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90F84B-1E5D-7BEB-DDDF-A3149B1A7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FCFF6F-B99B-C408-B7A6-DFB685AF2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323A93-F37F-7CE1-9AB8-DEFF39B8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3F0AB4-6AFD-1D21-552C-09D9069A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2D8A3A-0459-C71E-D1DC-277D8A4D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0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10705-3920-FCEE-12E8-99D2EB23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CDF67E-E5B4-6AE1-6DAA-832C0F723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04BBC8-D506-2E21-DD5A-9CE67DEFD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441FF5-2C07-0948-570F-20C73CE8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47D153-B1DE-54C0-E324-5219AE4B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2234C0-EE4D-6AC1-A064-2B8E8E27C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76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4EE01-3800-7B5E-D0EA-8C7AEDBB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AE7AD6-8094-EA4D-EE35-0DCF4D671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D56717-CA08-0BD6-2358-539250FE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E6AB6-F64F-35D3-4581-C8000834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B47F9C-8D2B-2D7A-F50D-8C435C00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72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D83196-524F-17A2-988E-07507518E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117CA4-B06E-A95B-1C74-9F5B84B8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31C2D0-B2E9-F252-D1F4-5C940482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1D3EF-1FD2-171D-FC6E-B87F7D55C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30481-32B4-78BF-9720-C435BA0B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74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313BA-9112-90D0-C54B-05A41F7E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09B14E-46D3-BEC6-5665-EBD7D18C7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A5FEF-B775-C4D7-44B5-1605FAFCD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8C5A4-A3BC-7440-BBD1-33C48FB5FC18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D32E01-FAD9-73FC-55BA-1E47E53E9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153A6F-1DCD-9040-F2AC-76FED7FCE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96269-628C-B948-AD40-D48C6FA16A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7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5F39D9-E73B-FFEB-DCDB-310CA391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2" t="6373" r="73421" b="5719"/>
          <a:stretch>
            <a:fillRect/>
          </a:stretch>
        </p:blipFill>
        <p:spPr>
          <a:xfrm>
            <a:off x="609600" y="734115"/>
            <a:ext cx="2389804" cy="5897770"/>
          </a:xfrm>
          <a:custGeom>
            <a:avLst/>
            <a:gdLst>
              <a:gd name="csX0" fmla="*/ 781439 w 2590800"/>
              <a:gd name="csY0" fmla="*/ 717 h 6393807"/>
              <a:gd name="csX1" fmla="*/ 1252529 w 2590800"/>
              <a:gd name="csY1" fmla="*/ 70964 h 6393807"/>
              <a:gd name="csX2" fmla="*/ 2014529 w 2590800"/>
              <a:gd name="csY2" fmla="*/ 375764 h 6393807"/>
              <a:gd name="csX3" fmla="*/ 2285463 w 2590800"/>
              <a:gd name="csY3" fmla="*/ 1120831 h 6393807"/>
              <a:gd name="csX4" fmla="*/ 2505596 w 2590800"/>
              <a:gd name="csY4" fmla="*/ 2119897 h 6393807"/>
              <a:gd name="csX5" fmla="*/ 2590263 w 2590800"/>
              <a:gd name="csY5" fmla="*/ 3406831 h 6393807"/>
              <a:gd name="csX6" fmla="*/ 2471729 w 2590800"/>
              <a:gd name="csY6" fmla="*/ 4405897 h 6393807"/>
              <a:gd name="csX7" fmla="*/ 2031463 w 2590800"/>
              <a:gd name="csY7" fmla="*/ 4727631 h 6393807"/>
              <a:gd name="csX8" fmla="*/ 1879063 w 2590800"/>
              <a:gd name="csY8" fmla="*/ 5303364 h 6393807"/>
              <a:gd name="csX9" fmla="*/ 2014529 w 2590800"/>
              <a:gd name="csY9" fmla="*/ 5811364 h 6393807"/>
              <a:gd name="csX10" fmla="*/ 2064139 w 2590800"/>
              <a:gd name="csY10" fmla="*/ 6332064 h 6393807"/>
              <a:gd name="csX11" fmla="*/ 2028887 w 2590800"/>
              <a:gd name="csY11" fmla="*/ 6393807 h 6393807"/>
              <a:gd name="csX12" fmla="*/ 990985 w 2590800"/>
              <a:gd name="csY12" fmla="*/ 6393807 h 6393807"/>
              <a:gd name="csX13" fmla="*/ 918660 w 2590800"/>
              <a:gd name="csY13" fmla="*/ 6375394 h 6393807"/>
              <a:gd name="csX14" fmla="*/ 727596 w 2590800"/>
              <a:gd name="csY14" fmla="*/ 6302431 h 6393807"/>
              <a:gd name="csX15" fmla="*/ 422796 w 2590800"/>
              <a:gd name="csY15" fmla="*/ 5574297 h 6393807"/>
              <a:gd name="csX16" fmla="*/ 490529 w 2590800"/>
              <a:gd name="csY16" fmla="*/ 4744564 h 6393807"/>
              <a:gd name="csX17" fmla="*/ 185729 w 2590800"/>
              <a:gd name="csY17" fmla="*/ 4338164 h 6393807"/>
              <a:gd name="csX18" fmla="*/ 101063 w 2590800"/>
              <a:gd name="csY18" fmla="*/ 3897897 h 6393807"/>
              <a:gd name="csX19" fmla="*/ 185729 w 2590800"/>
              <a:gd name="csY19" fmla="*/ 3085097 h 6393807"/>
              <a:gd name="csX20" fmla="*/ 6772 w 2590800"/>
              <a:gd name="csY20" fmla="*/ 2453074 h 6393807"/>
              <a:gd name="csX21" fmla="*/ 0 w 2590800"/>
              <a:gd name="csY21" fmla="*/ 2364026 h 6393807"/>
              <a:gd name="csX22" fmla="*/ 0 w 2590800"/>
              <a:gd name="csY22" fmla="*/ 2347115 h 6393807"/>
              <a:gd name="csX23" fmla="*/ 4805 w 2590800"/>
              <a:gd name="csY23" fmla="*/ 2259002 h 6393807"/>
              <a:gd name="csX24" fmla="*/ 185729 w 2590800"/>
              <a:gd name="csY24" fmla="*/ 1510297 h 6393807"/>
              <a:gd name="csX25" fmla="*/ 388929 w 2590800"/>
              <a:gd name="csY25" fmla="*/ 341897 h 6393807"/>
              <a:gd name="csX26" fmla="*/ 659863 w 2590800"/>
              <a:gd name="csY26" fmla="*/ 20164 h 6393807"/>
              <a:gd name="csX27" fmla="*/ 781439 w 2590800"/>
              <a:gd name="csY27" fmla="*/ 717 h 6393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590800" h="6393807">
                <a:moveTo>
                  <a:pt x="781439" y="717"/>
                </a:moveTo>
                <a:cubicBezTo>
                  <a:pt x="915450" y="-5236"/>
                  <a:pt x="1083196" y="26514"/>
                  <a:pt x="1252529" y="70964"/>
                </a:cubicBezTo>
                <a:cubicBezTo>
                  <a:pt x="1478307" y="130231"/>
                  <a:pt x="1842374" y="200786"/>
                  <a:pt x="2014529" y="375764"/>
                </a:cubicBezTo>
                <a:cubicBezTo>
                  <a:pt x="2186684" y="550742"/>
                  <a:pt x="2203619" y="830142"/>
                  <a:pt x="2285463" y="1120831"/>
                </a:cubicBezTo>
                <a:cubicBezTo>
                  <a:pt x="2367307" y="1411520"/>
                  <a:pt x="2454796" y="1738897"/>
                  <a:pt x="2505596" y="2119897"/>
                </a:cubicBezTo>
                <a:cubicBezTo>
                  <a:pt x="2556396" y="2500897"/>
                  <a:pt x="2595908" y="3025831"/>
                  <a:pt x="2590263" y="3406831"/>
                </a:cubicBezTo>
                <a:cubicBezTo>
                  <a:pt x="2584619" y="3787831"/>
                  <a:pt x="2564862" y="4185764"/>
                  <a:pt x="2471729" y="4405897"/>
                </a:cubicBezTo>
                <a:cubicBezTo>
                  <a:pt x="2378596" y="4626030"/>
                  <a:pt x="2130241" y="4578053"/>
                  <a:pt x="2031463" y="4727631"/>
                </a:cubicBezTo>
                <a:cubicBezTo>
                  <a:pt x="1932685" y="4877209"/>
                  <a:pt x="1881885" y="5122742"/>
                  <a:pt x="1879063" y="5303364"/>
                </a:cubicBezTo>
                <a:cubicBezTo>
                  <a:pt x="1876241" y="5483986"/>
                  <a:pt x="2000418" y="5622275"/>
                  <a:pt x="2014529" y="5811364"/>
                </a:cubicBezTo>
                <a:cubicBezTo>
                  <a:pt x="2025112" y="5953181"/>
                  <a:pt x="2111896" y="6188660"/>
                  <a:pt x="2064139" y="6332064"/>
                </a:cubicBezTo>
                <a:lnTo>
                  <a:pt x="2028887" y="6393807"/>
                </a:lnTo>
                <a:lnTo>
                  <a:pt x="990985" y="6393807"/>
                </a:lnTo>
                <a:lnTo>
                  <a:pt x="918660" y="6375394"/>
                </a:lnTo>
                <a:cubicBezTo>
                  <a:pt x="841764" y="6353926"/>
                  <a:pt x="775750" y="6329419"/>
                  <a:pt x="727596" y="6302431"/>
                </a:cubicBezTo>
                <a:cubicBezTo>
                  <a:pt x="470774" y="6158498"/>
                  <a:pt x="462307" y="5833941"/>
                  <a:pt x="422796" y="5574297"/>
                </a:cubicBezTo>
                <a:cubicBezTo>
                  <a:pt x="383285" y="5314653"/>
                  <a:pt x="530040" y="4950586"/>
                  <a:pt x="490529" y="4744564"/>
                </a:cubicBezTo>
                <a:cubicBezTo>
                  <a:pt x="451018" y="4538542"/>
                  <a:pt x="250640" y="4479275"/>
                  <a:pt x="185729" y="4338164"/>
                </a:cubicBezTo>
                <a:cubicBezTo>
                  <a:pt x="120818" y="4197053"/>
                  <a:pt x="101063" y="4106741"/>
                  <a:pt x="101063" y="3897897"/>
                </a:cubicBezTo>
                <a:cubicBezTo>
                  <a:pt x="101063" y="3689053"/>
                  <a:pt x="202662" y="3341919"/>
                  <a:pt x="185729" y="3085097"/>
                </a:cubicBezTo>
                <a:cubicBezTo>
                  <a:pt x="170913" y="2860378"/>
                  <a:pt x="39415" y="2672392"/>
                  <a:pt x="6772" y="2453074"/>
                </a:cubicBezTo>
                <a:lnTo>
                  <a:pt x="0" y="2364026"/>
                </a:lnTo>
                <a:lnTo>
                  <a:pt x="0" y="2347115"/>
                </a:lnTo>
                <a:lnTo>
                  <a:pt x="4805" y="2259002"/>
                </a:lnTo>
                <a:cubicBezTo>
                  <a:pt x="28920" y="2031041"/>
                  <a:pt x="128932" y="1804161"/>
                  <a:pt x="185729" y="1510297"/>
                </a:cubicBezTo>
                <a:cubicBezTo>
                  <a:pt x="250640" y="1174453"/>
                  <a:pt x="309907" y="590253"/>
                  <a:pt x="388929" y="341897"/>
                </a:cubicBezTo>
                <a:cubicBezTo>
                  <a:pt x="467951" y="93541"/>
                  <a:pt x="515930" y="65319"/>
                  <a:pt x="659863" y="20164"/>
                </a:cubicBezTo>
                <a:cubicBezTo>
                  <a:pt x="695847" y="8875"/>
                  <a:pt x="736769" y="2702"/>
                  <a:pt x="781439" y="717"/>
                </a:cubicBezTo>
                <a:close/>
              </a:path>
            </a:pathLst>
          </a:custGeom>
          <a:noFill/>
          <a:effectLst>
            <a:glow rad="198358">
              <a:schemeClr val="bg1">
                <a:alpha val="73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29AB63-C869-648D-7DA3-86477A0AF7CD}"/>
              </a:ext>
            </a:extLst>
          </p:cNvPr>
          <p:cNvSpPr txBox="1"/>
          <p:nvPr/>
        </p:nvSpPr>
        <p:spPr>
          <a:xfrm>
            <a:off x="2876170" y="734115"/>
            <a:ext cx="8706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8D5B2F"/>
                </a:solidFill>
                <a:latin typeface="GILROY-LIGHT" pitchFamily="2" charset="0"/>
              </a:rPr>
              <a:t>Цветочная мастерская Лолы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FDD82-543C-35D0-0A86-0CF8E561DBC7}"/>
              </a:ext>
            </a:extLst>
          </p:cNvPr>
          <p:cNvSpPr txBox="1"/>
          <p:nvPr/>
        </p:nvSpPr>
        <p:spPr>
          <a:xfrm>
            <a:off x="4856718" y="1565112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8D5B2F"/>
                </a:solidFill>
                <a:latin typeface="GILROY-LIGHT" pitchFamily="2" charset="0"/>
              </a:rPr>
              <a:t>Универсальная игра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C79347-165B-CC0B-ECFD-3B1A86266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851" y="88676"/>
            <a:ext cx="1225511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4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37D50-1A8E-306B-A616-7C7D5A466579}"/>
              </a:ext>
            </a:extLst>
          </p:cNvPr>
          <p:cNvSpPr txBox="1"/>
          <p:nvPr/>
        </p:nvSpPr>
        <p:spPr>
          <a:xfrm>
            <a:off x="249767" y="247472"/>
            <a:ext cx="86004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8D5B2F"/>
                </a:solidFill>
                <a:latin typeface="GILROY-LIGHT" pitchFamily="2" charset="0"/>
              </a:rPr>
              <a:t>Лола открыла цветочную мастерскую.</a:t>
            </a:r>
          </a:p>
          <a:p>
            <a:r>
              <a:rPr lang="ru-RU" dirty="0">
                <a:solidFill>
                  <a:srgbClr val="8D5B2F"/>
                </a:solidFill>
                <a:latin typeface="GILROY-LIGHT" pitchFamily="2" charset="0"/>
              </a:rPr>
              <a:t>Сегодня ей нужно собрать цветы для большого праздничного букета.</a:t>
            </a:r>
          </a:p>
          <a:p>
            <a:r>
              <a:rPr lang="ru-RU" dirty="0">
                <a:solidFill>
                  <a:srgbClr val="8D5B2F"/>
                </a:solidFill>
                <a:latin typeface="GILROY-LIGHT" pitchFamily="2" charset="0"/>
              </a:rPr>
              <a:t>На поляне растёт много красивых цветов, но в корзинку попадут только те, </a:t>
            </a:r>
          </a:p>
          <a:p>
            <a:r>
              <a:rPr lang="ru-RU" dirty="0">
                <a:solidFill>
                  <a:srgbClr val="8D5B2F"/>
                </a:solidFill>
                <a:latin typeface="GILROY-LIGHT" pitchFamily="2" charset="0"/>
              </a:rPr>
              <a:t>где есть звук [</a:t>
            </a:r>
            <a:r>
              <a:rPr lang="en-US" dirty="0">
                <a:solidFill>
                  <a:srgbClr val="8D5B2F"/>
                </a:solidFill>
                <a:latin typeface="GILROY-LIGHT" pitchFamily="2" charset="0"/>
              </a:rPr>
              <a:t>]</a:t>
            </a:r>
            <a:endParaRPr lang="ru-RU" dirty="0">
              <a:solidFill>
                <a:srgbClr val="8D5B2F"/>
              </a:solidFill>
              <a:latin typeface="GILROY-LIGHT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27DA81-9A09-C4F8-B8D8-D83F1BBB32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658" t="54875" r="3245" b="5614"/>
          <a:stretch>
            <a:fillRect/>
          </a:stretch>
        </p:blipFill>
        <p:spPr>
          <a:xfrm>
            <a:off x="1551311" y="4788933"/>
            <a:ext cx="1920339" cy="1866722"/>
          </a:xfrm>
          <a:custGeom>
            <a:avLst/>
            <a:gdLst>
              <a:gd name="csX0" fmla="*/ 935884 w 2106091"/>
              <a:gd name="csY0" fmla="*/ 1394 h 2047288"/>
              <a:gd name="csX1" fmla="*/ 1380384 w 2106091"/>
              <a:gd name="csY1" fmla="*/ 115694 h 2047288"/>
              <a:gd name="csX2" fmla="*/ 1672484 w 2106091"/>
              <a:gd name="csY2" fmla="*/ 445894 h 2047288"/>
              <a:gd name="csX3" fmla="*/ 1888384 w 2106091"/>
              <a:gd name="csY3" fmla="*/ 725294 h 2047288"/>
              <a:gd name="csX4" fmla="*/ 2104284 w 2106091"/>
              <a:gd name="csY4" fmla="*/ 1068194 h 2047288"/>
              <a:gd name="csX5" fmla="*/ 1964584 w 2106091"/>
              <a:gd name="csY5" fmla="*/ 1779394 h 2047288"/>
              <a:gd name="csX6" fmla="*/ 1520084 w 2106091"/>
              <a:gd name="csY6" fmla="*/ 2033394 h 2047288"/>
              <a:gd name="csX7" fmla="*/ 440584 w 2106091"/>
              <a:gd name="csY7" fmla="*/ 1969894 h 2047288"/>
              <a:gd name="csX8" fmla="*/ 46884 w 2106091"/>
              <a:gd name="csY8" fmla="*/ 1601594 h 2047288"/>
              <a:gd name="csX9" fmla="*/ 8784 w 2106091"/>
              <a:gd name="csY9" fmla="*/ 1042794 h 2047288"/>
              <a:gd name="csX10" fmla="*/ 59584 w 2106091"/>
              <a:gd name="csY10" fmla="*/ 737994 h 2047288"/>
              <a:gd name="csX11" fmla="*/ 275484 w 2106091"/>
              <a:gd name="csY11" fmla="*/ 598294 h 2047288"/>
              <a:gd name="csX12" fmla="*/ 453284 w 2106091"/>
              <a:gd name="csY12" fmla="*/ 179194 h 2047288"/>
              <a:gd name="csX13" fmla="*/ 935884 w 2106091"/>
              <a:gd name="csY13" fmla="*/ 1394 h 2047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06091" h="2047288">
                <a:moveTo>
                  <a:pt x="935884" y="1394"/>
                </a:moveTo>
                <a:cubicBezTo>
                  <a:pt x="1090401" y="-9189"/>
                  <a:pt x="1257617" y="41611"/>
                  <a:pt x="1380384" y="115694"/>
                </a:cubicBezTo>
                <a:cubicBezTo>
                  <a:pt x="1503151" y="189777"/>
                  <a:pt x="1587817" y="344294"/>
                  <a:pt x="1672484" y="445894"/>
                </a:cubicBezTo>
                <a:cubicBezTo>
                  <a:pt x="1757151" y="547494"/>
                  <a:pt x="1816417" y="621577"/>
                  <a:pt x="1888384" y="725294"/>
                </a:cubicBezTo>
                <a:cubicBezTo>
                  <a:pt x="1960351" y="829011"/>
                  <a:pt x="2091584" y="892511"/>
                  <a:pt x="2104284" y="1068194"/>
                </a:cubicBezTo>
                <a:cubicBezTo>
                  <a:pt x="2116984" y="1243877"/>
                  <a:pt x="2061951" y="1618527"/>
                  <a:pt x="1964584" y="1779394"/>
                </a:cubicBezTo>
                <a:cubicBezTo>
                  <a:pt x="1867217" y="1940261"/>
                  <a:pt x="1774084" y="2001644"/>
                  <a:pt x="1520084" y="2033394"/>
                </a:cubicBezTo>
                <a:cubicBezTo>
                  <a:pt x="1266084" y="2065144"/>
                  <a:pt x="686117" y="2041861"/>
                  <a:pt x="440584" y="1969894"/>
                </a:cubicBezTo>
                <a:cubicBezTo>
                  <a:pt x="195051" y="1897927"/>
                  <a:pt x="118851" y="1756111"/>
                  <a:pt x="46884" y="1601594"/>
                </a:cubicBezTo>
                <a:cubicBezTo>
                  <a:pt x="-25083" y="1447077"/>
                  <a:pt x="6667" y="1186727"/>
                  <a:pt x="8784" y="1042794"/>
                </a:cubicBezTo>
                <a:cubicBezTo>
                  <a:pt x="10901" y="898861"/>
                  <a:pt x="15134" y="816311"/>
                  <a:pt x="59584" y="737994"/>
                </a:cubicBezTo>
                <a:cubicBezTo>
                  <a:pt x="104034" y="659677"/>
                  <a:pt x="209867" y="691427"/>
                  <a:pt x="275484" y="598294"/>
                </a:cubicBezTo>
                <a:cubicBezTo>
                  <a:pt x="341101" y="505161"/>
                  <a:pt x="343217" y="278677"/>
                  <a:pt x="453284" y="179194"/>
                </a:cubicBezTo>
                <a:cubicBezTo>
                  <a:pt x="563351" y="79711"/>
                  <a:pt x="781367" y="11977"/>
                  <a:pt x="935884" y="1394"/>
                </a:cubicBezTo>
                <a:close/>
              </a:path>
            </a:pathLst>
          </a:custGeom>
          <a:effectLst>
            <a:glow rad="190500">
              <a:schemeClr val="bg1">
                <a:alpha val="70000"/>
              </a:schemeClr>
            </a:glow>
          </a:effectLst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1F33424-135F-2CF5-F627-E402022D7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2" t="6373" r="73421" b="5719"/>
          <a:stretch>
            <a:fillRect/>
          </a:stretch>
        </p:blipFill>
        <p:spPr>
          <a:xfrm>
            <a:off x="309631" y="1735446"/>
            <a:ext cx="2000338" cy="4936612"/>
          </a:xfrm>
          <a:custGeom>
            <a:avLst/>
            <a:gdLst>
              <a:gd name="csX0" fmla="*/ 781439 w 2590800"/>
              <a:gd name="csY0" fmla="*/ 717 h 6393807"/>
              <a:gd name="csX1" fmla="*/ 1252529 w 2590800"/>
              <a:gd name="csY1" fmla="*/ 70964 h 6393807"/>
              <a:gd name="csX2" fmla="*/ 2014529 w 2590800"/>
              <a:gd name="csY2" fmla="*/ 375764 h 6393807"/>
              <a:gd name="csX3" fmla="*/ 2285463 w 2590800"/>
              <a:gd name="csY3" fmla="*/ 1120831 h 6393807"/>
              <a:gd name="csX4" fmla="*/ 2505596 w 2590800"/>
              <a:gd name="csY4" fmla="*/ 2119897 h 6393807"/>
              <a:gd name="csX5" fmla="*/ 2590263 w 2590800"/>
              <a:gd name="csY5" fmla="*/ 3406831 h 6393807"/>
              <a:gd name="csX6" fmla="*/ 2471729 w 2590800"/>
              <a:gd name="csY6" fmla="*/ 4405897 h 6393807"/>
              <a:gd name="csX7" fmla="*/ 2031463 w 2590800"/>
              <a:gd name="csY7" fmla="*/ 4727631 h 6393807"/>
              <a:gd name="csX8" fmla="*/ 1879063 w 2590800"/>
              <a:gd name="csY8" fmla="*/ 5303364 h 6393807"/>
              <a:gd name="csX9" fmla="*/ 2014529 w 2590800"/>
              <a:gd name="csY9" fmla="*/ 5811364 h 6393807"/>
              <a:gd name="csX10" fmla="*/ 2064139 w 2590800"/>
              <a:gd name="csY10" fmla="*/ 6332064 h 6393807"/>
              <a:gd name="csX11" fmla="*/ 2028887 w 2590800"/>
              <a:gd name="csY11" fmla="*/ 6393807 h 6393807"/>
              <a:gd name="csX12" fmla="*/ 990985 w 2590800"/>
              <a:gd name="csY12" fmla="*/ 6393807 h 6393807"/>
              <a:gd name="csX13" fmla="*/ 918660 w 2590800"/>
              <a:gd name="csY13" fmla="*/ 6375394 h 6393807"/>
              <a:gd name="csX14" fmla="*/ 727596 w 2590800"/>
              <a:gd name="csY14" fmla="*/ 6302431 h 6393807"/>
              <a:gd name="csX15" fmla="*/ 422796 w 2590800"/>
              <a:gd name="csY15" fmla="*/ 5574297 h 6393807"/>
              <a:gd name="csX16" fmla="*/ 490529 w 2590800"/>
              <a:gd name="csY16" fmla="*/ 4744564 h 6393807"/>
              <a:gd name="csX17" fmla="*/ 185729 w 2590800"/>
              <a:gd name="csY17" fmla="*/ 4338164 h 6393807"/>
              <a:gd name="csX18" fmla="*/ 101063 w 2590800"/>
              <a:gd name="csY18" fmla="*/ 3897897 h 6393807"/>
              <a:gd name="csX19" fmla="*/ 185729 w 2590800"/>
              <a:gd name="csY19" fmla="*/ 3085097 h 6393807"/>
              <a:gd name="csX20" fmla="*/ 6772 w 2590800"/>
              <a:gd name="csY20" fmla="*/ 2453074 h 6393807"/>
              <a:gd name="csX21" fmla="*/ 0 w 2590800"/>
              <a:gd name="csY21" fmla="*/ 2364026 h 6393807"/>
              <a:gd name="csX22" fmla="*/ 0 w 2590800"/>
              <a:gd name="csY22" fmla="*/ 2347115 h 6393807"/>
              <a:gd name="csX23" fmla="*/ 4805 w 2590800"/>
              <a:gd name="csY23" fmla="*/ 2259002 h 6393807"/>
              <a:gd name="csX24" fmla="*/ 185729 w 2590800"/>
              <a:gd name="csY24" fmla="*/ 1510297 h 6393807"/>
              <a:gd name="csX25" fmla="*/ 388929 w 2590800"/>
              <a:gd name="csY25" fmla="*/ 341897 h 6393807"/>
              <a:gd name="csX26" fmla="*/ 659863 w 2590800"/>
              <a:gd name="csY26" fmla="*/ 20164 h 6393807"/>
              <a:gd name="csX27" fmla="*/ 781439 w 2590800"/>
              <a:gd name="csY27" fmla="*/ 717 h 6393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590800" h="6393807">
                <a:moveTo>
                  <a:pt x="781439" y="717"/>
                </a:moveTo>
                <a:cubicBezTo>
                  <a:pt x="915450" y="-5236"/>
                  <a:pt x="1083196" y="26514"/>
                  <a:pt x="1252529" y="70964"/>
                </a:cubicBezTo>
                <a:cubicBezTo>
                  <a:pt x="1478307" y="130231"/>
                  <a:pt x="1842374" y="200786"/>
                  <a:pt x="2014529" y="375764"/>
                </a:cubicBezTo>
                <a:cubicBezTo>
                  <a:pt x="2186684" y="550742"/>
                  <a:pt x="2203619" y="830142"/>
                  <a:pt x="2285463" y="1120831"/>
                </a:cubicBezTo>
                <a:cubicBezTo>
                  <a:pt x="2367307" y="1411520"/>
                  <a:pt x="2454796" y="1738897"/>
                  <a:pt x="2505596" y="2119897"/>
                </a:cubicBezTo>
                <a:cubicBezTo>
                  <a:pt x="2556396" y="2500897"/>
                  <a:pt x="2595908" y="3025831"/>
                  <a:pt x="2590263" y="3406831"/>
                </a:cubicBezTo>
                <a:cubicBezTo>
                  <a:pt x="2584619" y="3787831"/>
                  <a:pt x="2564862" y="4185764"/>
                  <a:pt x="2471729" y="4405897"/>
                </a:cubicBezTo>
                <a:cubicBezTo>
                  <a:pt x="2378596" y="4626030"/>
                  <a:pt x="2130241" y="4578053"/>
                  <a:pt x="2031463" y="4727631"/>
                </a:cubicBezTo>
                <a:cubicBezTo>
                  <a:pt x="1932685" y="4877209"/>
                  <a:pt x="1881885" y="5122742"/>
                  <a:pt x="1879063" y="5303364"/>
                </a:cubicBezTo>
                <a:cubicBezTo>
                  <a:pt x="1876241" y="5483986"/>
                  <a:pt x="2000418" y="5622275"/>
                  <a:pt x="2014529" y="5811364"/>
                </a:cubicBezTo>
                <a:cubicBezTo>
                  <a:pt x="2025112" y="5953181"/>
                  <a:pt x="2111896" y="6188660"/>
                  <a:pt x="2064139" y="6332064"/>
                </a:cubicBezTo>
                <a:lnTo>
                  <a:pt x="2028887" y="6393807"/>
                </a:lnTo>
                <a:lnTo>
                  <a:pt x="990985" y="6393807"/>
                </a:lnTo>
                <a:lnTo>
                  <a:pt x="918660" y="6375394"/>
                </a:lnTo>
                <a:cubicBezTo>
                  <a:pt x="841764" y="6353926"/>
                  <a:pt x="775750" y="6329419"/>
                  <a:pt x="727596" y="6302431"/>
                </a:cubicBezTo>
                <a:cubicBezTo>
                  <a:pt x="470774" y="6158498"/>
                  <a:pt x="462307" y="5833941"/>
                  <a:pt x="422796" y="5574297"/>
                </a:cubicBezTo>
                <a:cubicBezTo>
                  <a:pt x="383285" y="5314653"/>
                  <a:pt x="530040" y="4950586"/>
                  <a:pt x="490529" y="4744564"/>
                </a:cubicBezTo>
                <a:cubicBezTo>
                  <a:pt x="451018" y="4538542"/>
                  <a:pt x="250640" y="4479275"/>
                  <a:pt x="185729" y="4338164"/>
                </a:cubicBezTo>
                <a:cubicBezTo>
                  <a:pt x="120818" y="4197053"/>
                  <a:pt x="101063" y="4106741"/>
                  <a:pt x="101063" y="3897897"/>
                </a:cubicBezTo>
                <a:cubicBezTo>
                  <a:pt x="101063" y="3689053"/>
                  <a:pt x="202662" y="3341919"/>
                  <a:pt x="185729" y="3085097"/>
                </a:cubicBezTo>
                <a:cubicBezTo>
                  <a:pt x="170913" y="2860378"/>
                  <a:pt x="39415" y="2672392"/>
                  <a:pt x="6772" y="2453074"/>
                </a:cubicBezTo>
                <a:lnTo>
                  <a:pt x="0" y="2364026"/>
                </a:lnTo>
                <a:lnTo>
                  <a:pt x="0" y="2347115"/>
                </a:lnTo>
                <a:lnTo>
                  <a:pt x="4805" y="2259002"/>
                </a:lnTo>
                <a:cubicBezTo>
                  <a:pt x="28920" y="2031041"/>
                  <a:pt x="128932" y="1804161"/>
                  <a:pt x="185729" y="1510297"/>
                </a:cubicBezTo>
                <a:cubicBezTo>
                  <a:pt x="250640" y="1174453"/>
                  <a:pt x="309907" y="590253"/>
                  <a:pt x="388929" y="341897"/>
                </a:cubicBezTo>
                <a:cubicBezTo>
                  <a:pt x="467951" y="93541"/>
                  <a:pt x="515930" y="65319"/>
                  <a:pt x="659863" y="20164"/>
                </a:cubicBezTo>
                <a:cubicBezTo>
                  <a:pt x="695847" y="8875"/>
                  <a:pt x="736769" y="2702"/>
                  <a:pt x="781439" y="717"/>
                </a:cubicBezTo>
                <a:close/>
              </a:path>
            </a:pathLst>
          </a:custGeom>
          <a:noFill/>
          <a:effectLst>
            <a:glow rad="198358">
              <a:schemeClr val="bg1">
                <a:alpha val="70000"/>
              </a:schemeClr>
            </a:glow>
          </a:effectLst>
        </p:spPr>
      </p:pic>
      <p:grpSp>
        <p:nvGrpSpPr>
          <p:cNvPr id="69" name="12">
            <a:extLst>
              <a:ext uri="{FF2B5EF4-FFF2-40B4-BE49-F238E27FC236}">
                <a16:creationId xmlns:a16="http://schemas.microsoft.com/office/drawing/2014/main" id="{199A7B8C-C6EB-7D2C-7F89-3BD379FC0259}"/>
              </a:ext>
            </a:extLst>
          </p:cNvPr>
          <p:cNvGrpSpPr/>
          <p:nvPr/>
        </p:nvGrpSpPr>
        <p:grpSpPr>
          <a:xfrm>
            <a:off x="10724294" y="4931229"/>
            <a:ext cx="1406676" cy="2050855"/>
            <a:chOff x="10724294" y="4931229"/>
            <a:chExt cx="1406676" cy="2050855"/>
          </a:xfrm>
        </p:grpSpPr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1824EF05-3AE2-B9F4-CFF0-77447C74F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1678" t="71201" r="46721" b="3428"/>
            <a:stretch>
              <a:fillRect/>
            </a:stretch>
          </p:blipFill>
          <p:spPr>
            <a:xfrm>
              <a:off x="10724294" y="4931229"/>
              <a:ext cx="1406676" cy="2050855"/>
            </a:xfrm>
            <a:prstGeom prst="rect">
              <a:avLst/>
            </a:prstGeom>
          </p:spPr>
        </p:pic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4574DE33-7649-1B39-AC1B-109A6338506B}"/>
                </a:ext>
              </a:extLst>
            </p:cNvPr>
            <p:cNvGrpSpPr/>
            <p:nvPr/>
          </p:nvGrpSpPr>
          <p:grpSpPr>
            <a:xfrm>
              <a:off x="11164914" y="6039896"/>
              <a:ext cx="570990" cy="276999"/>
              <a:chOff x="6281409" y="4272889"/>
              <a:chExt cx="602106" cy="261177"/>
            </a:xfrm>
          </p:grpSpPr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C512C811-B843-A3C8-EEC1-159E4EB36DE1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9958B9-068D-236B-4CDA-B1398B713029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68" name="11">
            <a:extLst>
              <a:ext uri="{FF2B5EF4-FFF2-40B4-BE49-F238E27FC236}">
                <a16:creationId xmlns:a16="http://schemas.microsoft.com/office/drawing/2014/main" id="{519869B7-E948-4E39-DD50-58598D11F963}"/>
              </a:ext>
            </a:extLst>
          </p:cNvPr>
          <p:cNvGrpSpPr/>
          <p:nvPr/>
        </p:nvGrpSpPr>
        <p:grpSpPr>
          <a:xfrm>
            <a:off x="11287252" y="3807657"/>
            <a:ext cx="865566" cy="1009977"/>
            <a:chOff x="11287252" y="3807657"/>
            <a:chExt cx="865566" cy="1009977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5C320C0D-24C1-19AE-AA98-4C3C5D870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323" t="27633" r="20442" b="49202"/>
            <a:stretch>
              <a:fillRect/>
            </a:stretch>
          </p:blipFill>
          <p:spPr>
            <a:xfrm>
              <a:off x="11287252" y="3807657"/>
              <a:ext cx="865566" cy="1009977"/>
            </a:xfrm>
            <a:prstGeom prst="rect">
              <a:avLst/>
            </a:prstGeom>
          </p:spPr>
        </p:pic>
        <p:grpSp>
          <p:nvGrpSpPr>
            <p:cNvPr id="61" name="Группа 60">
              <a:extLst>
                <a:ext uri="{FF2B5EF4-FFF2-40B4-BE49-F238E27FC236}">
                  <a16:creationId xmlns:a16="http://schemas.microsoft.com/office/drawing/2014/main" id="{F6599444-E06E-85E5-9EC2-E476003ED502}"/>
                </a:ext>
              </a:extLst>
            </p:cNvPr>
            <p:cNvGrpSpPr/>
            <p:nvPr/>
          </p:nvGrpSpPr>
          <p:grpSpPr>
            <a:xfrm>
              <a:off x="11422988" y="4409464"/>
              <a:ext cx="570990" cy="276999"/>
              <a:chOff x="6281409" y="4272889"/>
              <a:chExt cx="602106" cy="261177"/>
            </a:xfrm>
          </p:grpSpPr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F8835688-9255-E112-5C60-09EA7DCF4301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601FAD7-4AC5-70EA-D27E-0F6093800661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0" name="10">
            <a:extLst>
              <a:ext uri="{FF2B5EF4-FFF2-40B4-BE49-F238E27FC236}">
                <a16:creationId xmlns:a16="http://schemas.microsoft.com/office/drawing/2014/main" id="{FC4CA87E-8ECA-E79D-5536-444C1EF44DD4}"/>
              </a:ext>
            </a:extLst>
          </p:cNvPr>
          <p:cNvGrpSpPr/>
          <p:nvPr/>
        </p:nvGrpSpPr>
        <p:grpSpPr>
          <a:xfrm>
            <a:off x="9990910" y="4417113"/>
            <a:ext cx="960234" cy="1155738"/>
            <a:chOff x="9990910" y="4417113"/>
            <a:chExt cx="960234" cy="1155738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26A94260-1A74-8156-9C3C-82F4EED2B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904" t="73837" r="57985" b="6102"/>
            <a:stretch>
              <a:fillRect/>
            </a:stretch>
          </p:blipFill>
          <p:spPr>
            <a:xfrm>
              <a:off x="9990910" y="4417113"/>
              <a:ext cx="960234" cy="1155738"/>
            </a:xfrm>
            <a:prstGeom prst="rect">
              <a:avLst/>
            </a:prstGeom>
          </p:spPr>
        </p:pic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9026365B-71D4-4F4F-2683-2702296F3FD6}"/>
                </a:ext>
              </a:extLst>
            </p:cNvPr>
            <p:cNvGrpSpPr/>
            <p:nvPr/>
          </p:nvGrpSpPr>
          <p:grpSpPr>
            <a:xfrm>
              <a:off x="10200802" y="5091561"/>
              <a:ext cx="570990" cy="276999"/>
              <a:chOff x="6281409" y="4272889"/>
              <a:chExt cx="602106" cy="261177"/>
            </a:xfrm>
          </p:grpSpPr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681EABEE-2861-A5C3-4666-41C6FE3B0809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DAAFCEB-35D1-308D-177D-5E45F3A00CD0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1" name="9">
            <a:extLst>
              <a:ext uri="{FF2B5EF4-FFF2-40B4-BE49-F238E27FC236}">
                <a16:creationId xmlns:a16="http://schemas.microsoft.com/office/drawing/2014/main" id="{66F52994-68F0-0B1C-6ABE-ABC6C6C8BB47}"/>
              </a:ext>
            </a:extLst>
          </p:cNvPr>
          <p:cNvGrpSpPr/>
          <p:nvPr/>
        </p:nvGrpSpPr>
        <p:grpSpPr>
          <a:xfrm>
            <a:off x="8850198" y="4859312"/>
            <a:ext cx="1168939" cy="2194687"/>
            <a:chOff x="8850198" y="4859312"/>
            <a:chExt cx="1168939" cy="2194687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355A52EE-7111-4710-5546-522BC89DB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915" t="70158" r="70076" b="4471"/>
            <a:stretch>
              <a:fillRect/>
            </a:stretch>
          </p:blipFill>
          <p:spPr>
            <a:xfrm>
              <a:off x="8850198" y="4859312"/>
              <a:ext cx="1168939" cy="2194687"/>
            </a:xfrm>
            <a:prstGeom prst="rect">
              <a:avLst/>
            </a:prstGeom>
          </p:spPr>
        </p:pic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2C02DCA1-90AB-BA6B-29F4-04951B3B7016}"/>
                </a:ext>
              </a:extLst>
            </p:cNvPr>
            <p:cNvGrpSpPr/>
            <p:nvPr/>
          </p:nvGrpSpPr>
          <p:grpSpPr>
            <a:xfrm>
              <a:off x="9211861" y="5582959"/>
              <a:ext cx="570990" cy="276999"/>
              <a:chOff x="6281409" y="4272889"/>
              <a:chExt cx="602106" cy="261177"/>
            </a:xfrm>
          </p:grpSpPr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A8CF16DA-6B52-3F16-46C6-331B72CFA345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BAD078-846C-422C-20AD-A66BA5E146CD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67" name="8">
            <a:extLst>
              <a:ext uri="{FF2B5EF4-FFF2-40B4-BE49-F238E27FC236}">
                <a16:creationId xmlns:a16="http://schemas.microsoft.com/office/drawing/2014/main" id="{D166126E-9401-55DC-A937-6B2DC1831A4E}"/>
              </a:ext>
            </a:extLst>
          </p:cNvPr>
          <p:cNvGrpSpPr/>
          <p:nvPr/>
        </p:nvGrpSpPr>
        <p:grpSpPr>
          <a:xfrm>
            <a:off x="8850198" y="3552122"/>
            <a:ext cx="721332" cy="780655"/>
            <a:chOff x="8850198" y="3552122"/>
            <a:chExt cx="721332" cy="780655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5BFB96CD-B247-61EC-6A0A-0F6C6588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743" t="26741" r="34041" b="50182"/>
            <a:stretch>
              <a:fillRect/>
            </a:stretch>
          </p:blipFill>
          <p:spPr>
            <a:xfrm>
              <a:off x="8850198" y="3552122"/>
              <a:ext cx="721332" cy="780655"/>
            </a:xfrm>
            <a:prstGeom prst="rect">
              <a:avLst/>
            </a:prstGeom>
          </p:spPr>
        </p:pic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FE6AAB7D-17DE-0133-B6DF-A57A94E42D18}"/>
                </a:ext>
              </a:extLst>
            </p:cNvPr>
            <p:cNvGrpSpPr/>
            <p:nvPr/>
          </p:nvGrpSpPr>
          <p:grpSpPr>
            <a:xfrm>
              <a:off x="8936722" y="4038989"/>
              <a:ext cx="570990" cy="276999"/>
              <a:chOff x="6281409" y="4272889"/>
              <a:chExt cx="602106" cy="261177"/>
            </a:xfrm>
          </p:grpSpPr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F9DDC726-CB92-F763-21AD-F3BF3011E7FE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C951E62-E770-879C-5D2A-28D4D38807AF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2" name="7">
            <a:extLst>
              <a:ext uri="{FF2B5EF4-FFF2-40B4-BE49-F238E27FC236}">
                <a16:creationId xmlns:a16="http://schemas.microsoft.com/office/drawing/2014/main" id="{FAEA1962-E955-2E28-1BEA-0A08076EF27C}"/>
              </a:ext>
            </a:extLst>
          </p:cNvPr>
          <p:cNvGrpSpPr/>
          <p:nvPr/>
        </p:nvGrpSpPr>
        <p:grpSpPr>
          <a:xfrm>
            <a:off x="7767606" y="4728524"/>
            <a:ext cx="1038999" cy="1155738"/>
            <a:chOff x="7767606" y="4728524"/>
            <a:chExt cx="1038999" cy="1155738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C42AF75D-D604-A899-9CD2-F41D8C94A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290" t="3737" r="32168" b="71998"/>
            <a:stretch>
              <a:fillRect/>
            </a:stretch>
          </p:blipFill>
          <p:spPr>
            <a:xfrm>
              <a:off x="7767606" y="4728524"/>
              <a:ext cx="1038999" cy="1155738"/>
            </a:xfrm>
            <a:prstGeom prst="rect">
              <a:avLst/>
            </a:prstGeom>
          </p:spPr>
        </p:pic>
        <p:grpSp>
          <p:nvGrpSpPr>
            <p:cNvPr id="49" name="Группа 48">
              <a:extLst>
                <a:ext uri="{FF2B5EF4-FFF2-40B4-BE49-F238E27FC236}">
                  <a16:creationId xmlns:a16="http://schemas.microsoft.com/office/drawing/2014/main" id="{B0CABC91-2914-63FC-7085-DC823FAFA9BA}"/>
                </a:ext>
              </a:extLst>
            </p:cNvPr>
            <p:cNvGrpSpPr/>
            <p:nvPr/>
          </p:nvGrpSpPr>
          <p:grpSpPr>
            <a:xfrm>
              <a:off x="7972218" y="5306385"/>
              <a:ext cx="570990" cy="276999"/>
              <a:chOff x="6281409" y="4272889"/>
              <a:chExt cx="602106" cy="261177"/>
            </a:xfrm>
          </p:grpSpPr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12389A3D-F030-7A4C-CF48-D61EB429D2FF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A14CBF0-1B4D-8929-4115-29D8FFBE5CEA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4" name="6">
            <a:extLst>
              <a:ext uri="{FF2B5EF4-FFF2-40B4-BE49-F238E27FC236}">
                <a16:creationId xmlns:a16="http://schemas.microsoft.com/office/drawing/2014/main" id="{8ECEBBDC-E37E-66FD-70A6-92742A368924}"/>
              </a:ext>
            </a:extLst>
          </p:cNvPr>
          <p:cNvGrpSpPr/>
          <p:nvPr/>
        </p:nvGrpSpPr>
        <p:grpSpPr>
          <a:xfrm>
            <a:off x="7409762" y="3877654"/>
            <a:ext cx="570990" cy="686002"/>
            <a:chOff x="7409762" y="3877654"/>
            <a:chExt cx="570990" cy="686002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7128831C-6542-22AE-822C-660EC9F06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381" t="50144" r="28998" b="29786"/>
            <a:stretch>
              <a:fillRect/>
            </a:stretch>
          </p:blipFill>
          <p:spPr>
            <a:xfrm rot="20459099">
              <a:off x="7434046" y="3877654"/>
              <a:ext cx="544553" cy="686002"/>
            </a:xfrm>
            <a:prstGeom prst="rect">
              <a:avLst/>
            </a:prstGeom>
          </p:spPr>
        </p:pic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77167448-438D-3158-B531-323CAAD8011D}"/>
                </a:ext>
              </a:extLst>
            </p:cNvPr>
            <p:cNvGrpSpPr/>
            <p:nvPr/>
          </p:nvGrpSpPr>
          <p:grpSpPr>
            <a:xfrm>
              <a:off x="7409762" y="4214855"/>
              <a:ext cx="570990" cy="276999"/>
              <a:chOff x="6281409" y="4272889"/>
              <a:chExt cx="602106" cy="261177"/>
            </a:xfrm>
          </p:grpSpPr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CE4D22EC-81FA-E617-7605-60E4E9FC1793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5CA7981-8528-A25C-70D1-DD69A0C47255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3" name="5">
            <a:extLst>
              <a:ext uri="{FF2B5EF4-FFF2-40B4-BE49-F238E27FC236}">
                <a16:creationId xmlns:a16="http://schemas.microsoft.com/office/drawing/2014/main" id="{22CD3CA0-B6F1-CB91-59F2-91C4ADD87158}"/>
              </a:ext>
            </a:extLst>
          </p:cNvPr>
          <p:cNvGrpSpPr/>
          <p:nvPr/>
        </p:nvGrpSpPr>
        <p:grpSpPr>
          <a:xfrm>
            <a:off x="6120035" y="5336195"/>
            <a:ext cx="1495423" cy="1662804"/>
            <a:chOff x="6120035" y="5336195"/>
            <a:chExt cx="1495423" cy="166280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E29F15C-9360-F464-5BA8-37AE66B6A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8943" t="4041" r="47168" b="72794"/>
            <a:stretch>
              <a:fillRect/>
            </a:stretch>
          </p:blipFill>
          <p:spPr>
            <a:xfrm>
              <a:off x="6120035" y="5336195"/>
              <a:ext cx="1495423" cy="1662804"/>
            </a:xfrm>
            <a:prstGeom prst="rect">
              <a:avLst/>
            </a:prstGeom>
          </p:spPr>
        </p:pic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EC52FB8D-12B8-6BCB-146D-5102F5E6B75F}"/>
                </a:ext>
              </a:extLst>
            </p:cNvPr>
            <p:cNvGrpSpPr/>
            <p:nvPr/>
          </p:nvGrpSpPr>
          <p:grpSpPr>
            <a:xfrm>
              <a:off x="6607136" y="6270160"/>
              <a:ext cx="570990" cy="276999"/>
              <a:chOff x="6281409" y="4272889"/>
              <a:chExt cx="602106" cy="261177"/>
            </a:xfrm>
          </p:grpSpPr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F455363F-9FF6-BECA-51CD-8DFE64694A00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85710E-B9FD-76E1-2624-6651DD1DDD49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5" name="4">
            <a:extLst>
              <a:ext uri="{FF2B5EF4-FFF2-40B4-BE49-F238E27FC236}">
                <a16:creationId xmlns:a16="http://schemas.microsoft.com/office/drawing/2014/main" id="{5E02C0A6-17FF-099F-7BD6-9CB4B6D26E3A}"/>
              </a:ext>
            </a:extLst>
          </p:cNvPr>
          <p:cNvGrpSpPr/>
          <p:nvPr/>
        </p:nvGrpSpPr>
        <p:grpSpPr>
          <a:xfrm>
            <a:off x="5213831" y="4262613"/>
            <a:ext cx="628744" cy="699588"/>
            <a:chOff x="5213831" y="4262613"/>
            <a:chExt cx="628744" cy="699588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FCE269A-7786-D6EC-26AB-7018FED8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0278" t="28431" r="48121" b="52206"/>
            <a:stretch>
              <a:fillRect/>
            </a:stretch>
          </p:blipFill>
          <p:spPr>
            <a:xfrm rot="746988">
              <a:off x="5213831" y="4262613"/>
              <a:ext cx="628744" cy="699588"/>
            </a:xfrm>
            <a:prstGeom prst="rect">
              <a:avLst/>
            </a:prstGeom>
          </p:spPr>
        </p:pic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A675A9F3-E4D7-936D-435C-5BF2ED2B311D}"/>
                </a:ext>
              </a:extLst>
            </p:cNvPr>
            <p:cNvGrpSpPr/>
            <p:nvPr/>
          </p:nvGrpSpPr>
          <p:grpSpPr>
            <a:xfrm>
              <a:off x="5238680" y="4565524"/>
              <a:ext cx="570990" cy="276999"/>
              <a:chOff x="6281409" y="4272889"/>
              <a:chExt cx="602106" cy="261177"/>
            </a:xfrm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266CCC0-8D67-67CE-09DE-5437D2E4588C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DA7EDE-6A08-44D8-3970-34A33360A094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8" name="3">
            <a:extLst>
              <a:ext uri="{FF2B5EF4-FFF2-40B4-BE49-F238E27FC236}">
                <a16:creationId xmlns:a16="http://schemas.microsoft.com/office/drawing/2014/main" id="{8F3B936F-3239-5819-7183-38B43703326D}"/>
              </a:ext>
            </a:extLst>
          </p:cNvPr>
          <p:cNvGrpSpPr/>
          <p:nvPr/>
        </p:nvGrpSpPr>
        <p:grpSpPr>
          <a:xfrm>
            <a:off x="3797435" y="4981491"/>
            <a:ext cx="1372217" cy="1662804"/>
            <a:chOff x="3797435" y="4981491"/>
            <a:chExt cx="1372217" cy="1662804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7D33B25-E804-C0E3-BD29-A6283F934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709" t="3981" r="60402" b="70774"/>
            <a:stretch>
              <a:fillRect/>
            </a:stretch>
          </p:blipFill>
          <p:spPr>
            <a:xfrm>
              <a:off x="3797435" y="4981491"/>
              <a:ext cx="1372217" cy="1662804"/>
            </a:xfrm>
            <a:prstGeom prst="rect">
              <a:avLst/>
            </a:prstGeom>
          </p:spPr>
        </p:pic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8CC15610-B73B-F708-9EF6-65EA7F973F6B}"/>
                </a:ext>
              </a:extLst>
            </p:cNvPr>
            <p:cNvGrpSpPr/>
            <p:nvPr/>
          </p:nvGrpSpPr>
          <p:grpSpPr>
            <a:xfrm>
              <a:off x="4134739" y="5572843"/>
              <a:ext cx="570990" cy="276999"/>
              <a:chOff x="6281409" y="4272889"/>
              <a:chExt cx="602106" cy="261177"/>
            </a:xfrm>
          </p:grpSpPr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742B94BE-F1C5-B3D5-CCC5-6C126E77EE6C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DC2AC6-51A7-FED2-8329-FE355804D43F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6" name="2">
            <a:extLst>
              <a:ext uri="{FF2B5EF4-FFF2-40B4-BE49-F238E27FC236}">
                <a16:creationId xmlns:a16="http://schemas.microsoft.com/office/drawing/2014/main" id="{C3289ABC-7D1C-1315-573A-9BE2BD00E2AF}"/>
              </a:ext>
            </a:extLst>
          </p:cNvPr>
          <p:cNvGrpSpPr/>
          <p:nvPr/>
        </p:nvGrpSpPr>
        <p:grpSpPr>
          <a:xfrm>
            <a:off x="4460093" y="3708666"/>
            <a:ext cx="570990" cy="603979"/>
            <a:chOff x="4460093" y="3708666"/>
            <a:chExt cx="570990" cy="603979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7E8BCC3C-3243-5743-D05A-02F16DA43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7974" t="5266" r="19335" b="72675"/>
            <a:stretch>
              <a:fillRect/>
            </a:stretch>
          </p:blipFill>
          <p:spPr>
            <a:xfrm>
              <a:off x="4483543" y="3708666"/>
              <a:ext cx="521212" cy="603979"/>
            </a:xfrm>
            <a:prstGeom prst="rect">
              <a:avLst/>
            </a:prstGeom>
          </p:spPr>
        </p:pic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F0D724BD-5A48-D7B8-CE2F-9E1B7E97CDBE}"/>
                </a:ext>
              </a:extLst>
            </p:cNvPr>
            <p:cNvGrpSpPr/>
            <p:nvPr/>
          </p:nvGrpSpPr>
          <p:grpSpPr>
            <a:xfrm>
              <a:off x="4460093" y="3926867"/>
              <a:ext cx="570990" cy="276999"/>
              <a:chOff x="6281409" y="4272889"/>
              <a:chExt cx="602106" cy="261177"/>
            </a:xfrm>
          </p:grpSpPr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02579057-7049-868E-3E2F-0CD5B9FE6BF3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3001C5-8752-2942-DB03-E1046E48F493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grpSp>
        <p:nvGrpSpPr>
          <p:cNvPr id="77" name="1">
            <a:extLst>
              <a:ext uri="{FF2B5EF4-FFF2-40B4-BE49-F238E27FC236}">
                <a16:creationId xmlns:a16="http://schemas.microsoft.com/office/drawing/2014/main" id="{93B64427-91F0-9B01-6B99-8961AFCC1539}"/>
              </a:ext>
            </a:extLst>
          </p:cNvPr>
          <p:cNvGrpSpPr/>
          <p:nvPr/>
        </p:nvGrpSpPr>
        <p:grpSpPr>
          <a:xfrm>
            <a:off x="3266260" y="3884104"/>
            <a:ext cx="841686" cy="900137"/>
            <a:chOff x="3266260" y="3884104"/>
            <a:chExt cx="841686" cy="900137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39960B8-0EFB-AE12-DAE4-7445E96D0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604" t="51226" r="41631" b="29901"/>
            <a:stretch>
              <a:fillRect/>
            </a:stretch>
          </p:blipFill>
          <p:spPr>
            <a:xfrm rot="20532028">
              <a:off x="3266260" y="3884104"/>
              <a:ext cx="841686" cy="900137"/>
            </a:xfrm>
            <a:prstGeom prst="rect">
              <a:avLst/>
            </a:prstGeom>
          </p:spPr>
        </p:pic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C602C076-5888-D97D-80B8-D531B9C02561}"/>
                </a:ext>
              </a:extLst>
            </p:cNvPr>
            <p:cNvGrpSpPr/>
            <p:nvPr/>
          </p:nvGrpSpPr>
          <p:grpSpPr>
            <a:xfrm>
              <a:off x="3385852" y="4252822"/>
              <a:ext cx="570990" cy="276999"/>
              <a:chOff x="6281409" y="4272889"/>
              <a:chExt cx="602106" cy="261177"/>
            </a:xfrm>
          </p:grpSpPr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76F39BD-821F-DF3B-C65B-1FD22D970437}"/>
                  </a:ext>
                </a:extLst>
              </p:cNvPr>
              <p:cNvSpPr/>
              <p:nvPr/>
            </p:nvSpPr>
            <p:spPr>
              <a:xfrm>
                <a:off x="6289482" y="4332777"/>
                <a:ext cx="541542" cy="175613"/>
              </a:xfrm>
              <a:prstGeom prst="ellipse">
                <a:avLst/>
              </a:prstGeom>
              <a:solidFill>
                <a:schemeClr val="bg1">
                  <a:alpha val="1000"/>
                </a:schemeClr>
              </a:solidFill>
              <a:ln>
                <a:noFill/>
              </a:ln>
              <a:effectLst>
                <a:glow rad="137875">
                  <a:schemeClr val="bg1">
                    <a:alpha val="9311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8F6A5B-818A-097F-7CE3-E4448B2DA099}"/>
                  </a:ext>
                </a:extLst>
              </p:cNvPr>
              <p:cNvSpPr txBox="1"/>
              <p:nvPr/>
            </p:nvSpPr>
            <p:spPr>
              <a:xfrm>
                <a:off x="6281409" y="4272889"/>
                <a:ext cx="602106" cy="261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solidFill>
                      <a:srgbClr val="8D5B2F"/>
                    </a:solidFill>
                    <a:latin typeface="GILROY-LIGHT" pitchFamily="2" charset="0"/>
                  </a:rPr>
                  <a:t>текст</a:t>
                </a:r>
              </a:p>
            </p:txBody>
          </p:sp>
        </p:grpSp>
      </p:grpSp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8B42937-4399-2A40-7C5F-51A2BA080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599" y="5700348"/>
            <a:ext cx="1244600" cy="8636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4580EB-CC08-EF05-9FEC-6BA35C4D1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9851" y="88676"/>
            <a:ext cx="1225511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4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09948 0.214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74" y="1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-0.18372 0.2465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93" y="1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16406 -0.016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03" y="-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7037E-6 L -0.24896 0.16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48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0.36159 -0.0560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86" y="-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7.40741E-7 L -0.42487 0.2289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50" y="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48148E-6 L -0.55104 0.2564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552" y="1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-0.47344 0.0676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72" y="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48148E-6 L -0.57214 -0.03079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07" y="-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65429 0.10301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721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81481E-6 L -0.75951 0.20833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982" y="10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48148E-6 L -0.73555 -0.02871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84" y="-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51</Words>
  <Application>Microsoft Macintosh PowerPoint</Application>
  <PresentationFormat>Широкоэкранный</PresentationFormat>
  <Paragraphs>18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GILROY-LIGHT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e57714</dc:creator>
  <cp:lastModifiedBy>e57714</cp:lastModifiedBy>
  <cp:revision>6</cp:revision>
  <dcterms:created xsi:type="dcterms:W3CDTF">2026-06-26T18:16:54Z</dcterms:created>
  <dcterms:modified xsi:type="dcterms:W3CDTF">2026-07-10T16:42:57Z</dcterms:modified>
</cp:coreProperties>
</file>