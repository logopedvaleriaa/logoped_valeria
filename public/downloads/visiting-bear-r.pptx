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embeddedFontLst>
    <p:embeddedFont>
      <p:font typeface="GILROY-LIGHT" pitchFamily="2" charset="0"/>
      <p:regular r:id="rId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2ED"/>
    <a:srgbClr val="D8A26A"/>
    <a:srgbClr val="B08D69"/>
    <a:srgbClr val="846950"/>
    <a:srgbClr val="D2A97E"/>
    <a:srgbClr val="282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5"/>
    <p:restoredTop sz="94695"/>
  </p:normalViewPr>
  <p:slideViewPr>
    <p:cSldViewPr snapToGrid="0">
      <p:cViewPr varScale="1">
        <p:scale>
          <a:sx n="101" d="100"/>
          <a:sy n="101" d="100"/>
        </p:scale>
        <p:origin x="7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F28E1-A55E-1CD6-AA80-2A4EB5F29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290E12-2F1A-9565-C76A-5AA1800AE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406551-CB76-E532-FC06-E6A707FE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3D126-9618-7041-AE5E-32DC5C7048DF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BDA4AE-643D-1FF6-1F6A-925ECE18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86B418-2DF4-3CD7-EFD5-B7AAC648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6C8C4-10BA-654F-907F-F7DBA620D2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22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5B3E8-F0A5-D0E2-5786-628F97EBC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3DA342-CF5D-B186-02F1-6E6F6FD73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B2E420-E8BD-BEF6-D7ED-8AD0A12EB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3D126-9618-7041-AE5E-32DC5C7048DF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681F32-4C38-592E-A99B-94DDDF6BB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8B8A28-60FB-826F-2B74-6D75CE07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6C8C4-10BA-654F-907F-F7DBA620D2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388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2D49C6-BDE4-540C-C532-D7F2276F3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EFDBEC-2793-83CC-ADFA-901CC4496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650325-538D-8BFA-0F91-BB53B7D2B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3D126-9618-7041-AE5E-32DC5C7048DF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8C002B-2173-179F-0E77-4A42C669E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6FE196-BCB9-ACD8-B59C-7DC25B5B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6C8C4-10BA-654F-907F-F7DBA620D2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248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9561A-34EC-9214-6E4D-088710B45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EF0EB0-B043-9510-F5F4-20A6BC556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90A41B-52E6-1E00-61C0-362E69102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186958-2B0F-17A3-F36B-5BED627A9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3D126-9618-7041-AE5E-32DC5C7048DF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18CBDB-7713-0E69-5F19-08EEAD643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784EDC-9899-8491-0B82-FF06016B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6C8C4-10BA-654F-907F-F7DBA620D2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17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BA068-0FAC-BC24-BA4F-79B55EDB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F2A43E-E3DA-D4D7-5717-F1BDD2271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409B8E-FEBD-4040-4AFD-3518FD031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38F7AF-72BB-2C11-0248-BDDBDB9C6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4A0721-8181-54BE-8145-C71A55551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A510DFC-A119-0629-A061-29768548F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3D126-9618-7041-AE5E-32DC5C7048DF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FAB83E3-1625-BC08-CC4F-6FFDF114F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A526AD5-1BB2-4E53-EDEB-4786740A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6C8C4-10BA-654F-907F-F7DBA620D2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274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3F8284-D767-9EA6-E583-1BB1EDC81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D11FDD-9472-93C9-E9DB-C501E9D8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3D126-9618-7041-AE5E-32DC5C7048DF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7232C16-5B81-6027-5F8E-950632DD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C7F6906-55BF-E8F4-42B8-EA99D424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6C8C4-10BA-654F-907F-F7DBA620D2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56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AB108BD-0A6C-33FD-8D45-FF3F740FA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3D126-9618-7041-AE5E-32DC5C7048DF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AE6313F-7B61-6EFF-E3E1-54F67DF06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6C6814-0571-1F6A-125B-DB1A9D2F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6C8C4-10BA-654F-907F-F7DBA620D2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669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1B203-2209-4545-6336-EB2171BAC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A54CD5-9539-D43D-957D-1353FC9A5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E7485F-0E07-815D-F627-8D09C09AA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249409-30CC-E610-3BC6-98ADEB3C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3D126-9618-7041-AE5E-32DC5C7048DF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C9FF7A-2A28-686C-F1B9-F0C64F81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39989A-F4BA-D2D2-DA9F-92A8341D0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6C8C4-10BA-654F-907F-F7DBA620D2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39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67309-AF1C-03AD-CB6D-D9AD5C19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4656E98-C927-69AE-D50A-79AFC9FB7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DE1ACE-8F83-AA88-49C9-4DB53A099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4D24BA-7040-A13B-1BF9-AB39EB14B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3D126-9618-7041-AE5E-32DC5C7048DF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9FEEBF-752A-253F-457D-D29AC320E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E56C6C-A668-A385-C87D-BB3B8192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6C8C4-10BA-654F-907F-F7DBA620D2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151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B2D7C-B014-0ABD-436F-A60AFB452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655B8A-F5EA-4225-6961-D4F0B43DD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86001-7447-5B81-3FF7-6B77479AC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3D126-9618-7041-AE5E-32DC5C7048DF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A71F43-DD67-E06C-B3CE-544EB6D29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6E92DD-FB7A-8478-A24B-B2C6B956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6C8C4-10BA-654F-907F-F7DBA620D2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80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E52D5FE-14B2-40DF-1035-35BAC68FD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5AEB49-6080-97C8-0D78-BA55E7349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0CF891-5DBB-55FA-E5E9-AE239FEEA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3D126-9618-7041-AE5E-32DC5C7048DF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2102E7-C655-947C-DFD3-FB1C296A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7C64DE-4E64-0FB9-3080-FEFCC7E8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6C8C4-10BA-654F-907F-F7DBA620D2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34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40229F-CC87-8CF6-19B2-59418FFD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B87C4F-7113-619C-BC2D-9825EB7A2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85413E-05AE-372C-3C0B-C91B6BF7A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3D126-9618-7041-AE5E-32DC5C7048DF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52A70D-0001-7FB8-D750-AACB7F62D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234052-81A5-1C3C-9D67-0B7CE6F35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66C8C4-10BA-654F-907F-F7DBA620D2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48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571648-A7CC-A0F4-8487-3CFD5D52DC1A}"/>
              </a:ext>
            </a:extLst>
          </p:cNvPr>
          <p:cNvSpPr txBox="1"/>
          <p:nvPr/>
        </p:nvSpPr>
        <p:spPr>
          <a:xfrm>
            <a:off x="1886354" y="2105561"/>
            <a:ext cx="84192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0" dirty="0">
                <a:solidFill>
                  <a:srgbClr val="B08D69"/>
                </a:solidFill>
                <a:latin typeface="GILROY-LIGHT" pitchFamily="2" charset="0"/>
              </a:rPr>
              <a:t>В гостях у мишки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957EB0-6766-24A1-3260-D793A02C66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573" r="85357" b="14341"/>
          <a:stretch>
            <a:fillRect/>
          </a:stretch>
        </p:blipFill>
        <p:spPr>
          <a:xfrm rot="6399013">
            <a:off x="12880" y="-280220"/>
            <a:ext cx="1926890" cy="132343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868FA8A-06B5-D8BB-C4BF-7226B50383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42" t="73135" r="78147" b="14254"/>
          <a:stretch>
            <a:fillRect/>
          </a:stretch>
        </p:blipFill>
        <p:spPr>
          <a:xfrm>
            <a:off x="11057012" y="170713"/>
            <a:ext cx="1134988" cy="1323438"/>
          </a:xfrm>
          <a:prstGeom prst="rect">
            <a:avLst/>
          </a:prstGeom>
        </p:spPr>
      </p:pic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16EFBEA-F250-D6B0-5C3C-3EABCA69031F}"/>
              </a:ext>
            </a:extLst>
          </p:cNvPr>
          <p:cNvGrpSpPr/>
          <p:nvPr/>
        </p:nvGrpSpPr>
        <p:grpSpPr>
          <a:xfrm>
            <a:off x="10859834" y="38373"/>
            <a:ext cx="1283177" cy="389330"/>
            <a:chOff x="10859834" y="38373"/>
            <a:chExt cx="1283177" cy="389330"/>
          </a:xfrm>
        </p:grpSpPr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D4A2F067-F092-B278-382C-31D99D78EE00}"/>
                </a:ext>
              </a:extLst>
            </p:cNvPr>
            <p:cNvSpPr/>
            <p:nvPr/>
          </p:nvSpPr>
          <p:spPr>
            <a:xfrm>
              <a:off x="11035155" y="74160"/>
              <a:ext cx="1066565" cy="267290"/>
            </a:xfrm>
            <a:custGeom>
              <a:avLst/>
              <a:gdLst>
                <a:gd name="csX0" fmla="*/ 275 w 1066565"/>
                <a:gd name="csY0" fmla="*/ 63626 h 267290"/>
                <a:gd name="csX1" fmla="*/ 113009 w 1066565"/>
                <a:gd name="csY1" fmla="*/ 996 h 267290"/>
                <a:gd name="csX2" fmla="*/ 576472 w 1066565"/>
                <a:gd name="csY2" fmla="*/ 26048 h 267290"/>
                <a:gd name="csX3" fmla="*/ 952253 w 1066565"/>
                <a:gd name="csY3" fmla="*/ 38574 h 267290"/>
                <a:gd name="csX4" fmla="*/ 1064987 w 1066565"/>
                <a:gd name="csY4" fmla="*/ 251517 h 267290"/>
                <a:gd name="csX5" fmla="*/ 889623 w 1066565"/>
                <a:gd name="csY5" fmla="*/ 251517 h 267290"/>
                <a:gd name="csX6" fmla="*/ 288374 w 1066565"/>
                <a:gd name="csY6" fmla="*/ 264043 h 267290"/>
                <a:gd name="csX7" fmla="*/ 87957 w 1066565"/>
                <a:gd name="csY7" fmla="*/ 188887 h 267290"/>
                <a:gd name="csX8" fmla="*/ 275 w 1066565"/>
                <a:gd name="csY8" fmla="*/ 63626 h 267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66565" h="267290">
                  <a:moveTo>
                    <a:pt x="275" y="63626"/>
                  </a:moveTo>
                  <a:cubicBezTo>
                    <a:pt x="4450" y="32311"/>
                    <a:pt x="16976" y="7259"/>
                    <a:pt x="113009" y="996"/>
                  </a:cubicBezTo>
                  <a:cubicBezTo>
                    <a:pt x="209042" y="-5267"/>
                    <a:pt x="436598" y="19785"/>
                    <a:pt x="576472" y="26048"/>
                  </a:cubicBezTo>
                  <a:cubicBezTo>
                    <a:pt x="716346" y="32311"/>
                    <a:pt x="870834" y="996"/>
                    <a:pt x="952253" y="38574"/>
                  </a:cubicBezTo>
                  <a:cubicBezTo>
                    <a:pt x="1033672" y="76152"/>
                    <a:pt x="1075425" y="216027"/>
                    <a:pt x="1064987" y="251517"/>
                  </a:cubicBezTo>
                  <a:cubicBezTo>
                    <a:pt x="1054549" y="287007"/>
                    <a:pt x="889623" y="251517"/>
                    <a:pt x="889623" y="251517"/>
                  </a:cubicBezTo>
                  <a:cubicBezTo>
                    <a:pt x="760188" y="253605"/>
                    <a:pt x="421985" y="274481"/>
                    <a:pt x="288374" y="264043"/>
                  </a:cubicBezTo>
                  <a:cubicBezTo>
                    <a:pt x="154763" y="253605"/>
                    <a:pt x="135973" y="222290"/>
                    <a:pt x="87957" y="188887"/>
                  </a:cubicBezTo>
                  <a:cubicBezTo>
                    <a:pt x="39941" y="155484"/>
                    <a:pt x="-3900" y="94941"/>
                    <a:pt x="275" y="63626"/>
                  </a:cubicBezTo>
                  <a:close/>
                </a:path>
              </a:pathLst>
            </a:custGeom>
            <a:solidFill>
              <a:srgbClr val="F7F2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B1F612E5-91D6-97D1-C17C-2922069BB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59834" y="38373"/>
              <a:ext cx="1283177" cy="3893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668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724AB834-0910-281F-C32E-C433B4974637}"/>
              </a:ext>
            </a:extLst>
          </p:cNvPr>
          <p:cNvGrpSpPr/>
          <p:nvPr/>
        </p:nvGrpSpPr>
        <p:grpSpPr>
          <a:xfrm>
            <a:off x="330199" y="215901"/>
            <a:ext cx="6276163" cy="1200329"/>
            <a:chOff x="330199" y="215901"/>
            <a:chExt cx="6360881" cy="1200329"/>
          </a:xfrm>
        </p:grpSpPr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63444A09-48E7-BAA0-F267-AE693A252419}"/>
                </a:ext>
              </a:extLst>
            </p:cNvPr>
            <p:cNvSpPr/>
            <p:nvPr/>
          </p:nvSpPr>
          <p:spPr>
            <a:xfrm>
              <a:off x="330200" y="215901"/>
              <a:ext cx="6360880" cy="933232"/>
            </a:xfrm>
            <a:prstGeom prst="roundRect">
              <a:avLst/>
            </a:prstGeom>
            <a:solidFill>
              <a:srgbClr val="F7F2ED">
                <a:alpha val="1000"/>
              </a:srgbClr>
            </a:solidFill>
            <a:ln>
              <a:noFill/>
            </a:ln>
            <a:effectLst>
              <a:glow rad="494438">
                <a:srgbClr val="F7F2ED">
                  <a:alpha val="41049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7AB0041-46E6-9008-874C-A9F415B4402B}"/>
                </a:ext>
              </a:extLst>
            </p:cNvPr>
            <p:cNvSpPr txBox="1"/>
            <p:nvPr/>
          </p:nvSpPr>
          <p:spPr>
            <a:xfrm>
              <a:off x="330199" y="215901"/>
              <a:ext cx="636088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B08D69"/>
                  </a:solidFill>
                  <a:latin typeface="GILROY-LIGHT" pitchFamily="2" charset="0"/>
                </a:rPr>
                <a:t>На полянке живёт маленький мишка. </a:t>
              </a:r>
            </a:p>
            <a:p>
              <a:r>
                <a:rPr lang="ru-RU" dirty="0">
                  <a:solidFill>
                    <a:srgbClr val="B08D69"/>
                  </a:solidFill>
                  <a:latin typeface="GILROY-LIGHT" pitchFamily="2" charset="0"/>
                </a:rPr>
                <a:t>Он очень любит мёд, но сегодня его баночка пустая🍯 </a:t>
              </a:r>
            </a:p>
            <a:p>
              <a:r>
                <a:rPr lang="ru-RU" dirty="0">
                  <a:solidFill>
                    <a:srgbClr val="B08D69"/>
                  </a:solidFill>
                  <a:latin typeface="GILROY-LIGHT" pitchFamily="2" charset="0"/>
                </a:rPr>
                <a:t>Помоги мишке собрать капельки мёда.</a:t>
              </a:r>
            </a:p>
            <a:p>
              <a:endParaRPr lang="ru-RU" dirty="0">
                <a:solidFill>
                  <a:srgbClr val="B08D69"/>
                </a:solidFill>
                <a:latin typeface="GILROY-LIGHT" pitchFamily="2" charset="0"/>
              </a:endParaRPr>
            </a:p>
          </p:txBody>
        </p:sp>
      </p:grp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6AAFDDB-22BA-442A-FC71-E45A0F4083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53" t="7282" r="47199" b="11730"/>
          <a:stretch>
            <a:fillRect/>
          </a:stretch>
        </p:blipFill>
        <p:spPr>
          <a:xfrm flipH="1">
            <a:off x="8665027" y="2680607"/>
            <a:ext cx="3477984" cy="41964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5A02303-AD1F-D0F4-D0AC-1069818471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72" t="6513" r="74719" b="52836"/>
          <a:stretch>
            <a:fillRect/>
          </a:stretch>
        </p:blipFill>
        <p:spPr>
          <a:xfrm>
            <a:off x="7468273" y="4514848"/>
            <a:ext cx="1998038" cy="234315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BA32E48-0772-4601-7F8E-BDEE1E3A9F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81" t="6513" r="51610" b="52836"/>
          <a:stretch>
            <a:fillRect/>
          </a:stretch>
        </p:blipFill>
        <p:spPr>
          <a:xfrm>
            <a:off x="7419249" y="4514848"/>
            <a:ext cx="1998039" cy="2343152"/>
          </a:xfrm>
          <a:prstGeom prst="rect">
            <a:avLst/>
          </a:prstGeom>
        </p:spPr>
      </p:pic>
      <p:grpSp>
        <p:nvGrpSpPr>
          <p:cNvPr id="35" name="9">
            <a:extLst>
              <a:ext uri="{FF2B5EF4-FFF2-40B4-BE49-F238E27FC236}">
                <a16:creationId xmlns:a16="http://schemas.microsoft.com/office/drawing/2014/main" id="{F1939D9A-858E-F012-2B88-6FBA795459B8}"/>
              </a:ext>
            </a:extLst>
          </p:cNvPr>
          <p:cNvGrpSpPr/>
          <p:nvPr/>
        </p:nvGrpSpPr>
        <p:grpSpPr>
          <a:xfrm rot="21251062">
            <a:off x="1403869" y="1091799"/>
            <a:ext cx="1377752" cy="2036726"/>
            <a:chOff x="1027518" y="1106995"/>
            <a:chExt cx="1377752" cy="2036726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A06C66C5-CC26-BBFF-6388-1CE55C3DC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9370" t="9506" r="44221" b="76283"/>
            <a:stretch>
              <a:fillRect/>
            </a:stretch>
          </p:blipFill>
          <p:spPr>
            <a:xfrm>
              <a:off x="1027518" y="1106995"/>
              <a:ext cx="1377752" cy="2036726"/>
            </a:xfrm>
            <a:custGeom>
              <a:avLst/>
              <a:gdLst>
                <a:gd name="csX0" fmla="*/ 207554 w 1600200"/>
                <a:gd name="csY0" fmla="*/ 0 h 1850574"/>
                <a:gd name="csX1" fmla="*/ 300895 w 1600200"/>
                <a:gd name="csY1" fmla="*/ 0 h 1850574"/>
                <a:gd name="csX2" fmla="*/ 325421 w 1600200"/>
                <a:gd name="csY2" fmla="*/ 9722 h 1850574"/>
                <a:gd name="csX3" fmla="*/ 380418 w 1600200"/>
                <a:gd name="csY3" fmla="*/ 24264 h 1850574"/>
                <a:gd name="csX4" fmla="*/ 1180518 w 1600200"/>
                <a:gd name="csY4" fmla="*/ 318178 h 1850574"/>
                <a:gd name="csX5" fmla="*/ 1458103 w 1600200"/>
                <a:gd name="csY5" fmla="*/ 889678 h 1850574"/>
                <a:gd name="csX6" fmla="*/ 1556075 w 1600200"/>
                <a:gd name="csY6" fmla="*/ 1738764 h 1850574"/>
                <a:gd name="csX7" fmla="*/ 739646 w 1600200"/>
                <a:gd name="csY7" fmla="*/ 1804078 h 1850574"/>
                <a:gd name="csX8" fmla="*/ 4860 w 1600200"/>
                <a:gd name="csY8" fmla="*/ 1395864 h 1850574"/>
                <a:gd name="csX9" fmla="*/ 0 w 1600200"/>
                <a:gd name="csY9" fmla="*/ 1376946 h 1850574"/>
                <a:gd name="csX10" fmla="*/ 0 w 1600200"/>
                <a:gd name="csY10" fmla="*/ 921533 h 1850574"/>
                <a:gd name="csX11" fmla="*/ 27312 w 1600200"/>
                <a:gd name="csY11" fmla="*/ 742721 h 1850574"/>
                <a:gd name="csX12" fmla="*/ 168146 w 1600200"/>
                <a:gd name="csY12" fmla="*/ 122235 h 1850574"/>
                <a:gd name="csX13" fmla="*/ 203993 w 1600200"/>
                <a:gd name="csY13" fmla="*/ 5894 h 185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00200" h="1850574">
                  <a:moveTo>
                    <a:pt x="207554" y="0"/>
                  </a:moveTo>
                  <a:lnTo>
                    <a:pt x="300895" y="0"/>
                  </a:lnTo>
                  <a:lnTo>
                    <a:pt x="325421" y="9722"/>
                  </a:lnTo>
                  <a:cubicBezTo>
                    <a:pt x="341170" y="15079"/>
                    <a:pt x="359327" y="20182"/>
                    <a:pt x="380418" y="24264"/>
                  </a:cubicBezTo>
                  <a:cubicBezTo>
                    <a:pt x="549147" y="56921"/>
                    <a:pt x="1000904" y="173942"/>
                    <a:pt x="1180518" y="318178"/>
                  </a:cubicBezTo>
                  <a:cubicBezTo>
                    <a:pt x="1360132" y="462414"/>
                    <a:pt x="1395510" y="652914"/>
                    <a:pt x="1458103" y="889678"/>
                  </a:cubicBezTo>
                  <a:cubicBezTo>
                    <a:pt x="1520696" y="1126442"/>
                    <a:pt x="1675818" y="1586364"/>
                    <a:pt x="1556075" y="1738764"/>
                  </a:cubicBezTo>
                  <a:cubicBezTo>
                    <a:pt x="1436332" y="1891164"/>
                    <a:pt x="998182" y="1861228"/>
                    <a:pt x="739646" y="1804078"/>
                  </a:cubicBezTo>
                  <a:cubicBezTo>
                    <a:pt x="481110" y="1746928"/>
                    <a:pt x="100110" y="1668007"/>
                    <a:pt x="4860" y="1395864"/>
                  </a:cubicBezTo>
                  <a:lnTo>
                    <a:pt x="0" y="1376946"/>
                  </a:lnTo>
                  <a:lnTo>
                    <a:pt x="0" y="921533"/>
                  </a:lnTo>
                  <a:lnTo>
                    <a:pt x="27312" y="742721"/>
                  </a:lnTo>
                  <a:cubicBezTo>
                    <a:pt x="72216" y="486907"/>
                    <a:pt x="136850" y="236535"/>
                    <a:pt x="168146" y="122235"/>
                  </a:cubicBezTo>
                  <a:cubicBezTo>
                    <a:pt x="183794" y="65085"/>
                    <a:pt x="194340" y="28346"/>
                    <a:pt x="203993" y="5894"/>
                  </a:cubicBezTo>
                  <a:close/>
                </a:path>
              </a:pathLst>
            </a:cu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FE69DE0-B1CE-A11C-F85D-E6619D6F1184}"/>
                </a:ext>
              </a:extLst>
            </p:cNvPr>
            <p:cNvSpPr txBox="1"/>
            <p:nvPr/>
          </p:nvSpPr>
          <p:spPr>
            <a:xfrm>
              <a:off x="1433955" y="2196897"/>
              <a:ext cx="7745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rgbClr val="846950"/>
                  </a:solidFill>
                  <a:latin typeface="GILROY-LIGHT" pitchFamily="2" charset="0"/>
                </a:rPr>
                <a:t>рама</a:t>
              </a:r>
            </a:p>
          </p:txBody>
        </p:sp>
      </p:grpSp>
      <p:grpSp>
        <p:nvGrpSpPr>
          <p:cNvPr id="36" name="8">
            <a:extLst>
              <a:ext uri="{FF2B5EF4-FFF2-40B4-BE49-F238E27FC236}">
                <a16:creationId xmlns:a16="http://schemas.microsoft.com/office/drawing/2014/main" id="{A1642D89-BD65-AEE4-05CE-ED608895C9A0}"/>
              </a:ext>
            </a:extLst>
          </p:cNvPr>
          <p:cNvGrpSpPr/>
          <p:nvPr/>
        </p:nvGrpSpPr>
        <p:grpSpPr>
          <a:xfrm rot="633128">
            <a:off x="1990303" y="4886529"/>
            <a:ext cx="1343203" cy="1277526"/>
            <a:chOff x="2160814" y="1866194"/>
            <a:chExt cx="1343203" cy="1277526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5AC280AE-C546-CECD-32DB-7A5458331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1049" t="19675" r="31548" b="67907"/>
            <a:stretch>
              <a:fillRect/>
            </a:stretch>
          </p:blipFill>
          <p:spPr>
            <a:xfrm>
              <a:off x="2160814" y="1866194"/>
              <a:ext cx="1343203" cy="1277526"/>
            </a:xfrm>
            <a:custGeom>
              <a:avLst/>
              <a:gdLst>
                <a:gd name="csX0" fmla="*/ 207554 w 1600200"/>
                <a:gd name="csY0" fmla="*/ 0 h 1850574"/>
                <a:gd name="csX1" fmla="*/ 300895 w 1600200"/>
                <a:gd name="csY1" fmla="*/ 0 h 1850574"/>
                <a:gd name="csX2" fmla="*/ 325421 w 1600200"/>
                <a:gd name="csY2" fmla="*/ 9722 h 1850574"/>
                <a:gd name="csX3" fmla="*/ 380418 w 1600200"/>
                <a:gd name="csY3" fmla="*/ 24264 h 1850574"/>
                <a:gd name="csX4" fmla="*/ 1180518 w 1600200"/>
                <a:gd name="csY4" fmla="*/ 318178 h 1850574"/>
                <a:gd name="csX5" fmla="*/ 1458103 w 1600200"/>
                <a:gd name="csY5" fmla="*/ 889678 h 1850574"/>
                <a:gd name="csX6" fmla="*/ 1556075 w 1600200"/>
                <a:gd name="csY6" fmla="*/ 1738764 h 1850574"/>
                <a:gd name="csX7" fmla="*/ 739646 w 1600200"/>
                <a:gd name="csY7" fmla="*/ 1804078 h 1850574"/>
                <a:gd name="csX8" fmla="*/ 4860 w 1600200"/>
                <a:gd name="csY8" fmla="*/ 1395864 h 1850574"/>
                <a:gd name="csX9" fmla="*/ 0 w 1600200"/>
                <a:gd name="csY9" fmla="*/ 1376946 h 1850574"/>
                <a:gd name="csX10" fmla="*/ 0 w 1600200"/>
                <a:gd name="csY10" fmla="*/ 921533 h 1850574"/>
                <a:gd name="csX11" fmla="*/ 27312 w 1600200"/>
                <a:gd name="csY11" fmla="*/ 742721 h 1850574"/>
                <a:gd name="csX12" fmla="*/ 168146 w 1600200"/>
                <a:gd name="csY12" fmla="*/ 122235 h 1850574"/>
                <a:gd name="csX13" fmla="*/ 203993 w 1600200"/>
                <a:gd name="csY13" fmla="*/ 5894 h 185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00200" h="1850574">
                  <a:moveTo>
                    <a:pt x="207554" y="0"/>
                  </a:moveTo>
                  <a:lnTo>
                    <a:pt x="300895" y="0"/>
                  </a:lnTo>
                  <a:lnTo>
                    <a:pt x="325421" y="9722"/>
                  </a:lnTo>
                  <a:cubicBezTo>
                    <a:pt x="341170" y="15079"/>
                    <a:pt x="359327" y="20182"/>
                    <a:pt x="380418" y="24264"/>
                  </a:cubicBezTo>
                  <a:cubicBezTo>
                    <a:pt x="549147" y="56921"/>
                    <a:pt x="1000904" y="173942"/>
                    <a:pt x="1180518" y="318178"/>
                  </a:cubicBezTo>
                  <a:cubicBezTo>
                    <a:pt x="1360132" y="462414"/>
                    <a:pt x="1395510" y="652914"/>
                    <a:pt x="1458103" y="889678"/>
                  </a:cubicBezTo>
                  <a:cubicBezTo>
                    <a:pt x="1520696" y="1126442"/>
                    <a:pt x="1675818" y="1586364"/>
                    <a:pt x="1556075" y="1738764"/>
                  </a:cubicBezTo>
                  <a:cubicBezTo>
                    <a:pt x="1436332" y="1891164"/>
                    <a:pt x="998182" y="1861228"/>
                    <a:pt x="739646" y="1804078"/>
                  </a:cubicBezTo>
                  <a:cubicBezTo>
                    <a:pt x="481110" y="1746928"/>
                    <a:pt x="100110" y="1668007"/>
                    <a:pt x="4860" y="1395864"/>
                  </a:cubicBezTo>
                  <a:lnTo>
                    <a:pt x="0" y="1376946"/>
                  </a:lnTo>
                  <a:lnTo>
                    <a:pt x="0" y="921533"/>
                  </a:lnTo>
                  <a:lnTo>
                    <a:pt x="27312" y="742721"/>
                  </a:lnTo>
                  <a:cubicBezTo>
                    <a:pt x="72216" y="486907"/>
                    <a:pt x="136850" y="236535"/>
                    <a:pt x="168146" y="122235"/>
                  </a:cubicBezTo>
                  <a:cubicBezTo>
                    <a:pt x="183794" y="65085"/>
                    <a:pt x="194340" y="28346"/>
                    <a:pt x="203993" y="5894"/>
                  </a:cubicBezTo>
                  <a:close/>
                </a:path>
              </a:pathLst>
            </a:cu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71A1789-C846-7617-D614-B8114602C189}"/>
                </a:ext>
              </a:extLst>
            </p:cNvPr>
            <p:cNvSpPr txBox="1"/>
            <p:nvPr/>
          </p:nvSpPr>
          <p:spPr>
            <a:xfrm>
              <a:off x="2351016" y="2381562"/>
              <a:ext cx="8021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solidFill>
                    <a:srgbClr val="846950"/>
                  </a:solidFill>
                  <a:latin typeface="GILROY-LIGHT" pitchFamily="2" charset="0"/>
                </a:rPr>
                <a:t>ракета</a:t>
              </a:r>
            </a:p>
          </p:txBody>
        </p:sp>
      </p:grpSp>
      <p:grpSp>
        <p:nvGrpSpPr>
          <p:cNvPr id="37" name="7">
            <a:extLst>
              <a:ext uri="{FF2B5EF4-FFF2-40B4-BE49-F238E27FC236}">
                <a16:creationId xmlns:a16="http://schemas.microsoft.com/office/drawing/2014/main" id="{C0C5B55C-DBD3-EAD9-7190-B2DFE75E3F0E}"/>
              </a:ext>
            </a:extLst>
          </p:cNvPr>
          <p:cNvGrpSpPr/>
          <p:nvPr/>
        </p:nvGrpSpPr>
        <p:grpSpPr>
          <a:xfrm rot="200397">
            <a:off x="1400887" y="3551589"/>
            <a:ext cx="1877787" cy="898071"/>
            <a:chOff x="1703613" y="3255458"/>
            <a:chExt cx="1877787" cy="898071"/>
          </a:xfrm>
        </p:grpSpPr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244024DE-D413-60B8-DE5F-982923B09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6030" t="34868" r="29540" b="54779"/>
            <a:stretch>
              <a:fillRect/>
            </a:stretch>
          </p:blipFill>
          <p:spPr>
            <a:xfrm>
              <a:off x="1703613" y="3255458"/>
              <a:ext cx="1877787" cy="898071"/>
            </a:xfrm>
            <a:custGeom>
              <a:avLst/>
              <a:gdLst>
                <a:gd name="csX0" fmla="*/ 207554 w 1600200"/>
                <a:gd name="csY0" fmla="*/ 0 h 1850574"/>
                <a:gd name="csX1" fmla="*/ 300895 w 1600200"/>
                <a:gd name="csY1" fmla="*/ 0 h 1850574"/>
                <a:gd name="csX2" fmla="*/ 325421 w 1600200"/>
                <a:gd name="csY2" fmla="*/ 9722 h 1850574"/>
                <a:gd name="csX3" fmla="*/ 380418 w 1600200"/>
                <a:gd name="csY3" fmla="*/ 24264 h 1850574"/>
                <a:gd name="csX4" fmla="*/ 1180518 w 1600200"/>
                <a:gd name="csY4" fmla="*/ 318178 h 1850574"/>
                <a:gd name="csX5" fmla="*/ 1458103 w 1600200"/>
                <a:gd name="csY5" fmla="*/ 889678 h 1850574"/>
                <a:gd name="csX6" fmla="*/ 1556075 w 1600200"/>
                <a:gd name="csY6" fmla="*/ 1738764 h 1850574"/>
                <a:gd name="csX7" fmla="*/ 739646 w 1600200"/>
                <a:gd name="csY7" fmla="*/ 1804078 h 1850574"/>
                <a:gd name="csX8" fmla="*/ 4860 w 1600200"/>
                <a:gd name="csY8" fmla="*/ 1395864 h 1850574"/>
                <a:gd name="csX9" fmla="*/ 0 w 1600200"/>
                <a:gd name="csY9" fmla="*/ 1376946 h 1850574"/>
                <a:gd name="csX10" fmla="*/ 0 w 1600200"/>
                <a:gd name="csY10" fmla="*/ 921533 h 1850574"/>
                <a:gd name="csX11" fmla="*/ 27312 w 1600200"/>
                <a:gd name="csY11" fmla="*/ 742721 h 1850574"/>
                <a:gd name="csX12" fmla="*/ 168146 w 1600200"/>
                <a:gd name="csY12" fmla="*/ 122235 h 1850574"/>
                <a:gd name="csX13" fmla="*/ 203993 w 1600200"/>
                <a:gd name="csY13" fmla="*/ 5894 h 185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00200" h="1850574">
                  <a:moveTo>
                    <a:pt x="207554" y="0"/>
                  </a:moveTo>
                  <a:lnTo>
                    <a:pt x="300895" y="0"/>
                  </a:lnTo>
                  <a:lnTo>
                    <a:pt x="325421" y="9722"/>
                  </a:lnTo>
                  <a:cubicBezTo>
                    <a:pt x="341170" y="15079"/>
                    <a:pt x="359327" y="20182"/>
                    <a:pt x="380418" y="24264"/>
                  </a:cubicBezTo>
                  <a:cubicBezTo>
                    <a:pt x="549147" y="56921"/>
                    <a:pt x="1000904" y="173942"/>
                    <a:pt x="1180518" y="318178"/>
                  </a:cubicBezTo>
                  <a:cubicBezTo>
                    <a:pt x="1360132" y="462414"/>
                    <a:pt x="1395510" y="652914"/>
                    <a:pt x="1458103" y="889678"/>
                  </a:cubicBezTo>
                  <a:cubicBezTo>
                    <a:pt x="1520696" y="1126442"/>
                    <a:pt x="1675818" y="1586364"/>
                    <a:pt x="1556075" y="1738764"/>
                  </a:cubicBezTo>
                  <a:cubicBezTo>
                    <a:pt x="1436332" y="1891164"/>
                    <a:pt x="998182" y="1861228"/>
                    <a:pt x="739646" y="1804078"/>
                  </a:cubicBezTo>
                  <a:cubicBezTo>
                    <a:pt x="481110" y="1746928"/>
                    <a:pt x="100110" y="1668007"/>
                    <a:pt x="4860" y="1395864"/>
                  </a:cubicBezTo>
                  <a:lnTo>
                    <a:pt x="0" y="1376946"/>
                  </a:lnTo>
                  <a:lnTo>
                    <a:pt x="0" y="921533"/>
                  </a:lnTo>
                  <a:lnTo>
                    <a:pt x="27312" y="742721"/>
                  </a:lnTo>
                  <a:cubicBezTo>
                    <a:pt x="72216" y="486907"/>
                    <a:pt x="136850" y="236535"/>
                    <a:pt x="168146" y="122235"/>
                  </a:cubicBezTo>
                  <a:cubicBezTo>
                    <a:pt x="183794" y="65085"/>
                    <a:pt x="194340" y="28346"/>
                    <a:pt x="203993" y="5894"/>
                  </a:cubicBezTo>
                  <a:close/>
                </a:path>
              </a:pathLst>
            </a:cu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4841E27-D728-EC0C-D0BC-CEE5C96501C5}"/>
                </a:ext>
              </a:extLst>
            </p:cNvPr>
            <p:cNvSpPr txBox="1"/>
            <p:nvPr/>
          </p:nvSpPr>
          <p:spPr>
            <a:xfrm>
              <a:off x="2272479" y="3429000"/>
              <a:ext cx="7400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rgbClr val="846950"/>
                  </a:solidFill>
                  <a:latin typeface="GILROY-LIGHT" pitchFamily="2" charset="0"/>
                </a:rPr>
                <a:t>рыба</a:t>
              </a:r>
            </a:p>
          </p:txBody>
        </p:sp>
      </p:grpSp>
      <p:grpSp>
        <p:nvGrpSpPr>
          <p:cNvPr id="40" name="6">
            <a:extLst>
              <a:ext uri="{FF2B5EF4-FFF2-40B4-BE49-F238E27FC236}">
                <a16:creationId xmlns:a16="http://schemas.microsoft.com/office/drawing/2014/main" id="{7B89CE7E-8371-D863-D62D-E3BDC7D56F8B}"/>
              </a:ext>
            </a:extLst>
          </p:cNvPr>
          <p:cNvGrpSpPr/>
          <p:nvPr/>
        </p:nvGrpSpPr>
        <p:grpSpPr>
          <a:xfrm rot="21268665">
            <a:off x="5486193" y="1600132"/>
            <a:ext cx="1877787" cy="898071"/>
            <a:chOff x="4479471" y="2847244"/>
            <a:chExt cx="1877787" cy="898071"/>
          </a:xfrm>
        </p:grpSpPr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E2E9F0FF-2B2E-A3F2-4445-61E4D29F4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6030" t="34868" r="29540" b="54779"/>
            <a:stretch>
              <a:fillRect/>
            </a:stretch>
          </p:blipFill>
          <p:spPr>
            <a:xfrm>
              <a:off x="4479471" y="2847244"/>
              <a:ext cx="1877787" cy="898071"/>
            </a:xfrm>
            <a:custGeom>
              <a:avLst/>
              <a:gdLst>
                <a:gd name="csX0" fmla="*/ 207554 w 1600200"/>
                <a:gd name="csY0" fmla="*/ 0 h 1850574"/>
                <a:gd name="csX1" fmla="*/ 300895 w 1600200"/>
                <a:gd name="csY1" fmla="*/ 0 h 1850574"/>
                <a:gd name="csX2" fmla="*/ 325421 w 1600200"/>
                <a:gd name="csY2" fmla="*/ 9722 h 1850574"/>
                <a:gd name="csX3" fmla="*/ 380418 w 1600200"/>
                <a:gd name="csY3" fmla="*/ 24264 h 1850574"/>
                <a:gd name="csX4" fmla="*/ 1180518 w 1600200"/>
                <a:gd name="csY4" fmla="*/ 318178 h 1850574"/>
                <a:gd name="csX5" fmla="*/ 1458103 w 1600200"/>
                <a:gd name="csY5" fmla="*/ 889678 h 1850574"/>
                <a:gd name="csX6" fmla="*/ 1556075 w 1600200"/>
                <a:gd name="csY6" fmla="*/ 1738764 h 1850574"/>
                <a:gd name="csX7" fmla="*/ 739646 w 1600200"/>
                <a:gd name="csY7" fmla="*/ 1804078 h 1850574"/>
                <a:gd name="csX8" fmla="*/ 4860 w 1600200"/>
                <a:gd name="csY8" fmla="*/ 1395864 h 1850574"/>
                <a:gd name="csX9" fmla="*/ 0 w 1600200"/>
                <a:gd name="csY9" fmla="*/ 1376946 h 1850574"/>
                <a:gd name="csX10" fmla="*/ 0 w 1600200"/>
                <a:gd name="csY10" fmla="*/ 921533 h 1850574"/>
                <a:gd name="csX11" fmla="*/ 27312 w 1600200"/>
                <a:gd name="csY11" fmla="*/ 742721 h 1850574"/>
                <a:gd name="csX12" fmla="*/ 168146 w 1600200"/>
                <a:gd name="csY12" fmla="*/ 122235 h 1850574"/>
                <a:gd name="csX13" fmla="*/ 203993 w 1600200"/>
                <a:gd name="csY13" fmla="*/ 5894 h 185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00200" h="1850574">
                  <a:moveTo>
                    <a:pt x="207554" y="0"/>
                  </a:moveTo>
                  <a:lnTo>
                    <a:pt x="300895" y="0"/>
                  </a:lnTo>
                  <a:lnTo>
                    <a:pt x="325421" y="9722"/>
                  </a:lnTo>
                  <a:cubicBezTo>
                    <a:pt x="341170" y="15079"/>
                    <a:pt x="359327" y="20182"/>
                    <a:pt x="380418" y="24264"/>
                  </a:cubicBezTo>
                  <a:cubicBezTo>
                    <a:pt x="549147" y="56921"/>
                    <a:pt x="1000904" y="173942"/>
                    <a:pt x="1180518" y="318178"/>
                  </a:cubicBezTo>
                  <a:cubicBezTo>
                    <a:pt x="1360132" y="462414"/>
                    <a:pt x="1395510" y="652914"/>
                    <a:pt x="1458103" y="889678"/>
                  </a:cubicBezTo>
                  <a:cubicBezTo>
                    <a:pt x="1520696" y="1126442"/>
                    <a:pt x="1675818" y="1586364"/>
                    <a:pt x="1556075" y="1738764"/>
                  </a:cubicBezTo>
                  <a:cubicBezTo>
                    <a:pt x="1436332" y="1891164"/>
                    <a:pt x="998182" y="1861228"/>
                    <a:pt x="739646" y="1804078"/>
                  </a:cubicBezTo>
                  <a:cubicBezTo>
                    <a:pt x="481110" y="1746928"/>
                    <a:pt x="100110" y="1668007"/>
                    <a:pt x="4860" y="1395864"/>
                  </a:cubicBezTo>
                  <a:lnTo>
                    <a:pt x="0" y="1376946"/>
                  </a:lnTo>
                  <a:lnTo>
                    <a:pt x="0" y="921533"/>
                  </a:lnTo>
                  <a:lnTo>
                    <a:pt x="27312" y="742721"/>
                  </a:lnTo>
                  <a:cubicBezTo>
                    <a:pt x="72216" y="486907"/>
                    <a:pt x="136850" y="236535"/>
                    <a:pt x="168146" y="122235"/>
                  </a:cubicBezTo>
                  <a:cubicBezTo>
                    <a:pt x="183794" y="65085"/>
                    <a:pt x="194340" y="28346"/>
                    <a:pt x="203993" y="5894"/>
                  </a:cubicBezTo>
                  <a:close/>
                </a:path>
              </a:pathLst>
            </a:cu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E351439-2D41-F599-9301-B4FB1EC79861}"/>
                </a:ext>
              </a:extLst>
            </p:cNvPr>
            <p:cNvSpPr txBox="1"/>
            <p:nvPr/>
          </p:nvSpPr>
          <p:spPr>
            <a:xfrm>
              <a:off x="4848385" y="3034234"/>
              <a:ext cx="11399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rgbClr val="846950"/>
                  </a:solidFill>
                  <a:latin typeface="GILROY-LIGHT" pitchFamily="2" charset="0"/>
                </a:rPr>
                <a:t>ромашка</a:t>
              </a:r>
            </a:p>
          </p:txBody>
        </p:sp>
      </p:grpSp>
      <p:grpSp>
        <p:nvGrpSpPr>
          <p:cNvPr id="39" name="5">
            <a:extLst>
              <a:ext uri="{FF2B5EF4-FFF2-40B4-BE49-F238E27FC236}">
                <a16:creationId xmlns:a16="http://schemas.microsoft.com/office/drawing/2014/main" id="{BE3D8FD9-A7E6-EF89-B619-3E16FE601FD4}"/>
              </a:ext>
            </a:extLst>
          </p:cNvPr>
          <p:cNvGrpSpPr/>
          <p:nvPr/>
        </p:nvGrpSpPr>
        <p:grpSpPr>
          <a:xfrm>
            <a:off x="6369601" y="3196814"/>
            <a:ext cx="1377752" cy="1585423"/>
            <a:chOff x="4936673" y="1658288"/>
            <a:chExt cx="963385" cy="1120898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77BACB72-2669-F432-2073-EF076069F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1049" t="19675" r="31548" b="67907"/>
            <a:stretch>
              <a:fillRect/>
            </a:stretch>
          </p:blipFill>
          <p:spPr>
            <a:xfrm>
              <a:off x="4936673" y="1658288"/>
              <a:ext cx="963385" cy="1077218"/>
            </a:xfrm>
            <a:custGeom>
              <a:avLst/>
              <a:gdLst>
                <a:gd name="csX0" fmla="*/ 207554 w 1600200"/>
                <a:gd name="csY0" fmla="*/ 0 h 1850574"/>
                <a:gd name="csX1" fmla="*/ 300895 w 1600200"/>
                <a:gd name="csY1" fmla="*/ 0 h 1850574"/>
                <a:gd name="csX2" fmla="*/ 325421 w 1600200"/>
                <a:gd name="csY2" fmla="*/ 9722 h 1850574"/>
                <a:gd name="csX3" fmla="*/ 380418 w 1600200"/>
                <a:gd name="csY3" fmla="*/ 24264 h 1850574"/>
                <a:gd name="csX4" fmla="*/ 1180518 w 1600200"/>
                <a:gd name="csY4" fmla="*/ 318178 h 1850574"/>
                <a:gd name="csX5" fmla="*/ 1458103 w 1600200"/>
                <a:gd name="csY5" fmla="*/ 889678 h 1850574"/>
                <a:gd name="csX6" fmla="*/ 1556075 w 1600200"/>
                <a:gd name="csY6" fmla="*/ 1738764 h 1850574"/>
                <a:gd name="csX7" fmla="*/ 739646 w 1600200"/>
                <a:gd name="csY7" fmla="*/ 1804078 h 1850574"/>
                <a:gd name="csX8" fmla="*/ 4860 w 1600200"/>
                <a:gd name="csY8" fmla="*/ 1395864 h 1850574"/>
                <a:gd name="csX9" fmla="*/ 0 w 1600200"/>
                <a:gd name="csY9" fmla="*/ 1376946 h 1850574"/>
                <a:gd name="csX10" fmla="*/ 0 w 1600200"/>
                <a:gd name="csY10" fmla="*/ 921533 h 1850574"/>
                <a:gd name="csX11" fmla="*/ 27312 w 1600200"/>
                <a:gd name="csY11" fmla="*/ 742721 h 1850574"/>
                <a:gd name="csX12" fmla="*/ 168146 w 1600200"/>
                <a:gd name="csY12" fmla="*/ 122235 h 1850574"/>
                <a:gd name="csX13" fmla="*/ 203993 w 1600200"/>
                <a:gd name="csY13" fmla="*/ 5894 h 185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00200" h="1850574">
                  <a:moveTo>
                    <a:pt x="207554" y="0"/>
                  </a:moveTo>
                  <a:lnTo>
                    <a:pt x="300895" y="0"/>
                  </a:lnTo>
                  <a:lnTo>
                    <a:pt x="325421" y="9722"/>
                  </a:lnTo>
                  <a:cubicBezTo>
                    <a:pt x="341170" y="15079"/>
                    <a:pt x="359327" y="20182"/>
                    <a:pt x="380418" y="24264"/>
                  </a:cubicBezTo>
                  <a:cubicBezTo>
                    <a:pt x="549147" y="56921"/>
                    <a:pt x="1000904" y="173942"/>
                    <a:pt x="1180518" y="318178"/>
                  </a:cubicBezTo>
                  <a:cubicBezTo>
                    <a:pt x="1360132" y="462414"/>
                    <a:pt x="1395510" y="652914"/>
                    <a:pt x="1458103" y="889678"/>
                  </a:cubicBezTo>
                  <a:cubicBezTo>
                    <a:pt x="1520696" y="1126442"/>
                    <a:pt x="1675818" y="1586364"/>
                    <a:pt x="1556075" y="1738764"/>
                  </a:cubicBezTo>
                  <a:cubicBezTo>
                    <a:pt x="1436332" y="1891164"/>
                    <a:pt x="998182" y="1861228"/>
                    <a:pt x="739646" y="1804078"/>
                  </a:cubicBezTo>
                  <a:cubicBezTo>
                    <a:pt x="481110" y="1746928"/>
                    <a:pt x="100110" y="1668007"/>
                    <a:pt x="4860" y="1395864"/>
                  </a:cubicBezTo>
                  <a:lnTo>
                    <a:pt x="0" y="1376946"/>
                  </a:lnTo>
                  <a:lnTo>
                    <a:pt x="0" y="921533"/>
                  </a:lnTo>
                  <a:lnTo>
                    <a:pt x="27312" y="742721"/>
                  </a:lnTo>
                  <a:cubicBezTo>
                    <a:pt x="72216" y="486907"/>
                    <a:pt x="136850" y="236535"/>
                    <a:pt x="168146" y="122235"/>
                  </a:cubicBezTo>
                  <a:cubicBezTo>
                    <a:pt x="183794" y="65085"/>
                    <a:pt x="194340" y="28346"/>
                    <a:pt x="203993" y="5894"/>
                  </a:cubicBezTo>
                  <a:close/>
                </a:path>
              </a:pathLst>
            </a:cu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8828880-2F67-A3F9-5A96-AFE71108C23F}"/>
                </a:ext>
              </a:extLst>
            </p:cNvPr>
            <p:cNvSpPr txBox="1"/>
            <p:nvPr/>
          </p:nvSpPr>
          <p:spPr>
            <a:xfrm>
              <a:off x="5102227" y="2071300"/>
              <a:ext cx="6322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>
                  <a:solidFill>
                    <a:srgbClr val="846950"/>
                  </a:solidFill>
                  <a:latin typeface="GILROY-LIGHT" pitchFamily="2" charset="0"/>
                </a:rPr>
                <a:t>рысь</a:t>
              </a:r>
            </a:p>
          </p:txBody>
        </p:sp>
      </p:grpSp>
      <p:grpSp>
        <p:nvGrpSpPr>
          <p:cNvPr id="38" name="4">
            <a:extLst>
              <a:ext uri="{FF2B5EF4-FFF2-40B4-BE49-F238E27FC236}">
                <a16:creationId xmlns:a16="http://schemas.microsoft.com/office/drawing/2014/main" id="{D5F5FEAF-B4EA-52E3-AD90-4A0C53859A89}"/>
              </a:ext>
            </a:extLst>
          </p:cNvPr>
          <p:cNvGrpSpPr/>
          <p:nvPr/>
        </p:nvGrpSpPr>
        <p:grpSpPr>
          <a:xfrm rot="714641">
            <a:off x="7302618" y="1193790"/>
            <a:ext cx="1185663" cy="1752761"/>
            <a:chOff x="3451652" y="1502697"/>
            <a:chExt cx="1185663" cy="1752761"/>
          </a:xfrm>
        </p:grpSpPr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A5E669C9-C8FC-E181-7F5F-C984343CB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9370" t="9506" r="44221" b="76283"/>
            <a:stretch>
              <a:fillRect/>
            </a:stretch>
          </p:blipFill>
          <p:spPr>
            <a:xfrm>
              <a:off x="3451652" y="1502697"/>
              <a:ext cx="1185663" cy="1752761"/>
            </a:xfrm>
            <a:custGeom>
              <a:avLst/>
              <a:gdLst>
                <a:gd name="csX0" fmla="*/ 207554 w 1600200"/>
                <a:gd name="csY0" fmla="*/ 0 h 1850574"/>
                <a:gd name="csX1" fmla="*/ 300895 w 1600200"/>
                <a:gd name="csY1" fmla="*/ 0 h 1850574"/>
                <a:gd name="csX2" fmla="*/ 325421 w 1600200"/>
                <a:gd name="csY2" fmla="*/ 9722 h 1850574"/>
                <a:gd name="csX3" fmla="*/ 380418 w 1600200"/>
                <a:gd name="csY3" fmla="*/ 24264 h 1850574"/>
                <a:gd name="csX4" fmla="*/ 1180518 w 1600200"/>
                <a:gd name="csY4" fmla="*/ 318178 h 1850574"/>
                <a:gd name="csX5" fmla="*/ 1458103 w 1600200"/>
                <a:gd name="csY5" fmla="*/ 889678 h 1850574"/>
                <a:gd name="csX6" fmla="*/ 1556075 w 1600200"/>
                <a:gd name="csY6" fmla="*/ 1738764 h 1850574"/>
                <a:gd name="csX7" fmla="*/ 739646 w 1600200"/>
                <a:gd name="csY7" fmla="*/ 1804078 h 1850574"/>
                <a:gd name="csX8" fmla="*/ 4860 w 1600200"/>
                <a:gd name="csY8" fmla="*/ 1395864 h 1850574"/>
                <a:gd name="csX9" fmla="*/ 0 w 1600200"/>
                <a:gd name="csY9" fmla="*/ 1376946 h 1850574"/>
                <a:gd name="csX10" fmla="*/ 0 w 1600200"/>
                <a:gd name="csY10" fmla="*/ 921533 h 1850574"/>
                <a:gd name="csX11" fmla="*/ 27312 w 1600200"/>
                <a:gd name="csY11" fmla="*/ 742721 h 1850574"/>
                <a:gd name="csX12" fmla="*/ 168146 w 1600200"/>
                <a:gd name="csY12" fmla="*/ 122235 h 1850574"/>
                <a:gd name="csX13" fmla="*/ 203993 w 1600200"/>
                <a:gd name="csY13" fmla="*/ 5894 h 185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00200" h="1850574">
                  <a:moveTo>
                    <a:pt x="207554" y="0"/>
                  </a:moveTo>
                  <a:lnTo>
                    <a:pt x="300895" y="0"/>
                  </a:lnTo>
                  <a:lnTo>
                    <a:pt x="325421" y="9722"/>
                  </a:lnTo>
                  <a:cubicBezTo>
                    <a:pt x="341170" y="15079"/>
                    <a:pt x="359327" y="20182"/>
                    <a:pt x="380418" y="24264"/>
                  </a:cubicBezTo>
                  <a:cubicBezTo>
                    <a:pt x="549147" y="56921"/>
                    <a:pt x="1000904" y="173942"/>
                    <a:pt x="1180518" y="318178"/>
                  </a:cubicBezTo>
                  <a:cubicBezTo>
                    <a:pt x="1360132" y="462414"/>
                    <a:pt x="1395510" y="652914"/>
                    <a:pt x="1458103" y="889678"/>
                  </a:cubicBezTo>
                  <a:cubicBezTo>
                    <a:pt x="1520696" y="1126442"/>
                    <a:pt x="1675818" y="1586364"/>
                    <a:pt x="1556075" y="1738764"/>
                  </a:cubicBezTo>
                  <a:cubicBezTo>
                    <a:pt x="1436332" y="1891164"/>
                    <a:pt x="998182" y="1861228"/>
                    <a:pt x="739646" y="1804078"/>
                  </a:cubicBezTo>
                  <a:cubicBezTo>
                    <a:pt x="481110" y="1746928"/>
                    <a:pt x="100110" y="1668007"/>
                    <a:pt x="4860" y="1395864"/>
                  </a:cubicBezTo>
                  <a:lnTo>
                    <a:pt x="0" y="1376946"/>
                  </a:lnTo>
                  <a:lnTo>
                    <a:pt x="0" y="921533"/>
                  </a:lnTo>
                  <a:lnTo>
                    <a:pt x="27312" y="742721"/>
                  </a:lnTo>
                  <a:cubicBezTo>
                    <a:pt x="72216" y="486907"/>
                    <a:pt x="136850" y="236535"/>
                    <a:pt x="168146" y="122235"/>
                  </a:cubicBezTo>
                  <a:cubicBezTo>
                    <a:pt x="183794" y="65085"/>
                    <a:pt x="194340" y="28346"/>
                    <a:pt x="203993" y="5894"/>
                  </a:cubicBezTo>
                  <a:close/>
                </a:path>
              </a:pathLst>
            </a:cu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107F6C-12CF-0075-ED1B-631A5058EA90}"/>
                </a:ext>
              </a:extLst>
            </p:cNvPr>
            <p:cNvSpPr txBox="1"/>
            <p:nvPr/>
          </p:nvSpPr>
          <p:spPr>
            <a:xfrm>
              <a:off x="3774000" y="2434678"/>
              <a:ext cx="7402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solidFill>
                    <a:srgbClr val="846950"/>
                  </a:solidFill>
                  <a:latin typeface="GILROY-LIGHT" pitchFamily="2" charset="0"/>
                </a:rPr>
                <a:t>робот</a:t>
              </a:r>
            </a:p>
          </p:txBody>
        </p:sp>
      </p:grpSp>
      <p:grpSp>
        <p:nvGrpSpPr>
          <p:cNvPr id="43" name="3">
            <a:extLst>
              <a:ext uri="{FF2B5EF4-FFF2-40B4-BE49-F238E27FC236}">
                <a16:creationId xmlns:a16="http://schemas.microsoft.com/office/drawing/2014/main" id="{06442FA5-FAFA-4019-0873-303A370CA3E1}"/>
              </a:ext>
            </a:extLst>
          </p:cNvPr>
          <p:cNvGrpSpPr/>
          <p:nvPr/>
        </p:nvGrpSpPr>
        <p:grpSpPr>
          <a:xfrm rot="21440013">
            <a:off x="5232864" y="5138156"/>
            <a:ext cx="1877787" cy="898071"/>
            <a:chOff x="4773385" y="5378172"/>
            <a:chExt cx="1877787" cy="898071"/>
          </a:xfrm>
        </p:grpSpPr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3AD065BB-0E83-3E49-2E10-A13FA8A52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6030" t="34868" r="29540" b="54779"/>
            <a:stretch>
              <a:fillRect/>
            </a:stretch>
          </p:blipFill>
          <p:spPr>
            <a:xfrm>
              <a:off x="4773385" y="5378172"/>
              <a:ext cx="1877787" cy="898071"/>
            </a:xfrm>
            <a:custGeom>
              <a:avLst/>
              <a:gdLst>
                <a:gd name="csX0" fmla="*/ 207554 w 1600200"/>
                <a:gd name="csY0" fmla="*/ 0 h 1850574"/>
                <a:gd name="csX1" fmla="*/ 300895 w 1600200"/>
                <a:gd name="csY1" fmla="*/ 0 h 1850574"/>
                <a:gd name="csX2" fmla="*/ 325421 w 1600200"/>
                <a:gd name="csY2" fmla="*/ 9722 h 1850574"/>
                <a:gd name="csX3" fmla="*/ 380418 w 1600200"/>
                <a:gd name="csY3" fmla="*/ 24264 h 1850574"/>
                <a:gd name="csX4" fmla="*/ 1180518 w 1600200"/>
                <a:gd name="csY4" fmla="*/ 318178 h 1850574"/>
                <a:gd name="csX5" fmla="*/ 1458103 w 1600200"/>
                <a:gd name="csY5" fmla="*/ 889678 h 1850574"/>
                <a:gd name="csX6" fmla="*/ 1556075 w 1600200"/>
                <a:gd name="csY6" fmla="*/ 1738764 h 1850574"/>
                <a:gd name="csX7" fmla="*/ 739646 w 1600200"/>
                <a:gd name="csY7" fmla="*/ 1804078 h 1850574"/>
                <a:gd name="csX8" fmla="*/ 4860 w 1600200"/>
                <a:gd name="csY8" fmla="*/ 1395864 h 1850574"/>
                <a:gd name="csX9" fmla="*/ 0 w 1600200"/>
                <a:gd name="csY9" fmla="*/ 1376946 h 1850574"/>
                <a:gd name="csX10" fmla="*/ 0 w 1600200"/>
                <a:gd name="csY10" fmla="*/ 921533 h 1850574"/>
                <a:gd name="csX11" fmla="*/ 27312 w 1600200"/>
                <a:gd name="csY11" fmla="*/ 742721 h 1850574"/>
                <a:gd name="csX12" fmla="*/ 168146 w 1600200"/>
                <a:gd name="csY12" fmla="*/ 122235 h 1850574"/>
                <a:gd name="csX13" fmla="*/ 203993 w 1600200"/>
                <a:gd name="csY13" fmla="*/ 5894 h 185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00200" h="1850574">
                  <a:moveTo>
                    <a:pt x="207554" y="0"/>
                  </a:moveTo>
                  <a:lnTo>
                    <a:pt x="300895" y="0"/>
                  </a:lnTo>
                  <a:lnTo>
                    <a:pt x="325421" y="9722"/>
                  </a:lnTo>
                  <a:cubicBezTo>
                    <a:pt x="341170" y="15079"/>
                    <a:pt x="359327" y="20182"/>
                    <a:pt x="380418" y="24264"/>
                  </a:cubicBezTo>
                  <a:cubicBezTo>
                    <a:pt x="549147" y="56921"/>
                    <a:pt x="1000904" y="173942"/>
                    <a:pt x="1180518" y="318178"/>
                  </a:cubicBezTo>
                  <a:cubicBezTo>
                    <a:pt x="1360132" y="462414"/>
                    <a:pt x="1395510" y="652914"/>
                    <a:pt x="1458103" y="889678"/>
                  </a:cubicBezTo>
                  <a:cubicBezTo>
                    <a:pt x="1520696" y="1126442"/>
                    <a:pt x="1675818" y="1586364"/>
                    <a:pt x="1556075" y="1738764"/>
                  </a:cubicBezTo>
                  <a:cubicBezTo>
                    <a:pt x="1436332" y="1891164"/>
                    <a:pt x="998182" y="1861228"/>
                    <a:pt x="739646" y="1804078"/>
                  </a:cubicBezTo>
                  <a:cubicBezTo>
                    <a:pt x="481110" y="1746928"/>
                    <a:pt x="100110" y="1668007"/>
                    <a:pt x="4860" y="1395864"/>
                  </a:cubicBezTo>
                  <a:lnTo>
                    <a:pt x="0" y="1376946"/>
                  </a:lnTo>
                  <a:lnTo>
                    <a:pt x="0" y="921533"/>
                  </a:lnTo>
                  <a:lnTo>
                    <a:pt x="27312" y="742721"/>
                  </a:lnTo>
                  <a:cubicBezTo>
                    <a:pt x="72216" y="486907"/>
                    <a:pt x="136850" y="236535"/>
                    <a:pt x="168146" y="122235"/>
                  </a:cubicBezTo>
                  <a:cubicBezTo>
                    <a:pt x="183794" y="65085"/>
                    <a:pt x="194340" y="28346"/>
                    <a:pt x="203993" y="5894"/>
                  </a:cubicBezTo>
                  <a:close/>
                </a:path>
              </a:pathLst>
            </a:cu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7B4A2B6-CEBF-A8BF-6E30-2E310A6F93B5}"/>
                </a:ext>
              </a:extLst>
            </p:cNvPr>
            <p:cNvSpPr txBox="1"/>
            <p:nvPr/>
          </p:nvSpPr>
          <p:spPr>
            <a:xfrm>
              <a:off x="5230587" y="5541058"/>
              <a:ext cx="9991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rgbClr val="846950"/>
                  </a:solidFill>
                  <a:latin typeface="GILROY-LIGHT" pitchFamily="2" charset="0"/>
                </a:rPr>
                <a:t>радуга</a:t>
              </a:r>
            </a:p>
          </p:txBody>
        </p:sp>
      </p:grpSp>
      <p:grpSp>
        <p:nvGrpSpPr>
          <p:cNvPr id="41" name="2">
            <a:extLst>
              <a:ext uri="{FF2B5EF4-FFF2-40B4-BE49-F238E27FC236}">
                <a16:creationId xmlns:a16="http://schemas.microsoft.com/office/drawing/2014/main" id="{A38EE8AE-6AB6-A9F8-0E50-478D0F71D658}"/>
              </a:ext>
            </a:extLst>
          </p:cNvPr>
          <p:cNvGrpSpPr/>
          <p:nvPr/>
        </p:nvGrpSpPr>
        <p:grpSpPr>
          <a:xfrm rot="20975079">
            <a:off x="4062756" y="3032638"/>
            <a:ext cx="1309597" cy="1935973"/>
            <a:chOff x="4097290" y="3513672"/>
            <a:chExt cx="1309597" cy="1935973"/>
          </a:xfrm>
        </p:grpSpPr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6BA9D577-240C-B122-75AF-EA7D022FD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9370" t="9506" r="44221" b="76283"/>
            <a:stretch>
              <a:fillRect/>
            </a:stretch>
          </p:blipFill>
          <p:spPr>
            <a:xfrm>
              <a:off x="4097290" y="3513672"/>
              <a:ext cx="1309597" cy="1935973"/>
            </a:xfrm>
            <a:custGeom>
              <a:avLst/>
              <a:gdLst>
                <a:gd name="csX0" fmla="*/ 207554 w 1600200"/>
                <a:gd name="csY0" fmla="*/ 0 h 1850574"/>
                <a:gd name="csX1" fmla="*/ 300895 w 1600200"/>
                <a:gd name="csY1" fmla="*/ 0 h 1850574"/>
                <a:gd name="csX2" fmla="*/ 325421 w 1600200"/>
                <a:gd name="csY2" fmla="*/ 9722 h 1850574"/>
                <a:gd name="csX3" fmla="*/ 380418 w 1600200"/>
                <a:gd name="csY3" fmla="*/ 24264 h 1850574"/>
                <a:gd name="csX4" fmla="*/ 1180518 w 1600200"/>
                <a:gd name="csY4" fmla="*/ 318178 h 1850574"/>
                <a:gd name="csX5" fmla="*/ 1458103 w 1600200"/>
                <a:gd name="csY5" fmla="*/ 889678 h 1850574"/>
                <a:gd name="csX6" fmla="*/ 1556075 w 1600200"/>
                <a:gd name="csY6" fmla="*/ 1738764 h 1850574"/>
                <a:gd name="csX7" fmla="*/ 739646 w 1600200"/>
                <a:gd name="csY7" fmla="*/ 1804078 h 1850574"/>
                <a:gd name="csX8" fmla="*/ 4860 w 1600200"/>
                <a:gd name="csY8" fmla="*/ 1395864 h 1850574"/>
                <a:gd name="csX9" fmla="*/ 0 w 1600200"/>
                <a:gd name="csY9" fmla="*/ 1376946 h 1850574"/>
                <a:gd name="csX10" fmla="*/ 0 w 1600200"/>
                <a:gd name="csY10" fmla="*/ 921533 h 1850574"/>
                <a:gd name="csX11" fmla="*/ 27312 w 1600200"/>
                <a:gd name="csY11" fmla="*/ 742721 h 1850574"/>
                <a:gd name="csX12" fmla="*/ 168146 w 1600200"/>
                <a:gd name="csY12" fmla="*/ 122235 h 1850574"/>
                <a:gd name="csX13" fmla="*/ 203993 w 1600200"/>
                <a:gd name="csY13" fmla="*/ 5894 h 185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00200" h="1850574">
                  <a:moveTo>
                    <a:pt x="207554" y="0"/>
                  </a:moveTo>
                  <a:lnTo>
                    <a:pt x="300895" y="0"/>
                  </a:lnTo>
                  <a:lnTo>
                    <a:pt x="325421" y="9722"/>
                  </a:lnTo>
                  <a:cubicBezTo>
                    <a:pt x="341170" y="15079"/>
                    <a:pt x="359327" y="20182"/>
                    <a:pt x="380418" y="24264"/>
                  </a:cubicBezTo>
                  <a:cubicBezTo>
                    <a:pt x="549147" y="56921"/>
                    <a:pt x="1000904" y="173942"/>
                    <a:pt x="1180518" y="318178"/>
                  </a:cubicBezTo>
                  <a:cubicBezTo>
                    <a:pt x="1360132" y="462414"/>
                    <a:pt x="1395510" y="652914"/>
                    <a:pt x="1458103" y="889678"/>
                  </a:cubicBezTo>
                  <a:cubicBezTo>
                    <a:pt x="1520696" y="1126442"/>
                    <a:pt x="1675818" y="1586364"/>
                    <a:pt x="1556075" y="1738764"/>
                  </a:cubicBezTo>
                  <a:cubicBezTo>
                    <a:pt x="1436332" y="1891164"/>
                    <a:pt x="998182" y="1861228"/>
                    <a:pt x="739646" y="1804078"/>
                  </a:cubicBezTo>
                  <a:cubicBezTo>
                    <a:pt x="481110" y="1746928"/>
                    <a:pt x="100110" y="1668007"/>
                    <a:pt x="4860" y="1395864"/>
                  </a:cubicBezTo>
                  <a:lnTo>
                    <a:pt x="0" y="1376946"/>
                  </a:lnTo>
                  <a:lnTo>
                    <a:pt x="0" y="921533"/>
                  </a:lnTo>
                  <a:lnTo>
                    <a:pt x="27312" y="742721"/>
                  </a:lnTo>
                  <a:cubicBezTo>
                    <a:pt x="72216" y="486907"/>
                    <a:pt x="136850" y="236535"/>
                    <a:pt x="168146" y="122235"/>
                  </a:cubicBezTo>
                  <a:cubicBezTo>
                    <a:pt x="183794" y="65085"/>
                    <a:pt x="194340" y="28346"/>
                    <a:pt x="203993" y="5894"/>
                  </a:cubicBezTo>
                  <a:close/>
                </a:path>
              </a:pathLst>
            </a:cu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2D5AAD5-C550-4B48-41A9-1C902FE15EFF}"/>
                </a:ext>
              </a:extLst>
            </p:cNvPr>
            <p:cNvSpPr txBox="1"/>
            <p:nvPr/>
          </p:nvSpPr>
          <p:spPr>
            <a:xfrm>
              <a:off x="4420549" y="4611316"/>
              <a:ext cx="9633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>
                  <a:solidFill>
                    <a:srgbClr val="846950"/>
                  </a:solidFill>
                  <a:latin typeface="GILROY-LIGHT" pitchFamily="2" charset="0"/>
                </a:rPr>
                <a:t>ракушка</a:t>
              </a:r>
            </a:p>
          </p:txBody>
        </p:sp>
      </p:grpSp>
      <p:grpSp>
        <p:nvGrpSpPr>
          <p:cNvPr id="42" name="1">
            <a:extLst>
              <a:ext uri="{FF2B5EF4-FFF2-40B4-BE49-F238E27FC236}">
                <a16:creationId xmlns:a16="http://schemas.microsoft.com/office/drawing/2014/main" id="{7A631576-C9A6-29BC-B8FB-8910DC4C7B4C}"/>
              </a:ext>
            </a:extLst>
          </p:cNvPr>
          <p:cNvGrpSpPr/>
          <p:nvPr/>
        </p:nvGrpSpPr>
        <p:grpSpPr>
          <a:xfrm>
            <a:off x="3909709" y="1829067"/>
            <a:ext cx="963385" cy="1077218"/>
            <a:chOff x="5230587" y="4189216"/>
            <a:chExt cx="963385" cy="1077218"/>
          </a:xfrm>
        </p:grpSpPr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350FD2A8-10C1-C2FF-4530-047D70A61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1049" t="19675" r="31548" b="67907"/>
            <a:stretch>
              <a:fillRect/>
            </a:stretch>
          </p:blipFill>
          <p:spPr>
            <a:xfrm>
              <a:off x="5230587" y="4189216"/>
              <a:ext cx="963385" cy="1077218"/>
            </a:xfrm>
            <a:custGeom>
              <a:avLst/>
              <a:gdLst>
                <a:gd name="csX0" fmla="*/ 207554 w 1600200"/>
                <a:gd name="csY0" fmla="*/ 0 h 1850574"/>
                <a:gd name="csX1" fmla="*/ 300895 w 1600200"/>
                <a:gd name="csY1" fmla="*/ 0 h 1850574"/>
                <a:gd name="csX2" fmla="*/ 325421 w 1600200"/>
                <a:gd name="csY2" fmla="*/ 9722 h 1850574"/>
                <a:gd name="csX3" fmla="*/ 380418 w 1600200"/>
                <a:gd name="csY3" fmla="*/ 24264 h 1850574"/>
                <a:gd name="csX4" fmla="*/ 1180518 w 1600200"/>
                <a:gd name="csY4" fmla="*/ 318178 h 1850574"/>
                <a:gd name="csX5" fmla="*/ 1458103 w 1600200"/>
                <a:gd name="csY5" fmla="*/ 889678 h 1850574"/>
                <a:gd name="csX6" fmla="*/ 1556075 w 1600200"/>
                <a:gd name="csY6" fmla="*/ 1738764 h 1850574"/>
                <a:gd name="csX7" fmla="*/ 739646 w 1600200"/>
                <a:gd name="csY7" fmla="*/ 1804078 h 1850574"/>
                <a:gd name="csX8" fmla="*/ 4860 w 1600200"/>
                <a:gd name="csY8" fmla="*/ 1395864 h 1850574"/>
                <a:gd name="csX9" fmla="*/ 0 w 1600200"/>
                <a:gd name="csY9" fmla="*/ 1376946 h 1850574"/>
                <a:gd name="csX10" fmla="*/ 0 w 1600200"/>
                <a:gd name="csY10" fmla="*/ 921533 h 1850574"/>
                <a:gd name="csX11" fmla="*/ 27312 w 1600200"/>
                <a:gd name="csY11" fmla="*/ 742721 h 1850574"/>
                <a:gd name="csX12" fmla="*/ 168146 w 1600200"/>
                <a:gd name="csY12" fmla="*/ 122235 h 1850574"/>
                <a:gd name="csX13" fmla="*/ 203993 w 1600200"/>
                <a:gd name="csY13" fmla="*/ 5894 h 18505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00200" h="1850574">
                  <a:moveTo>
                    <a:pt x="207554" y="0"/>
                  </a:moveTo>
                  <a:lnTo>
                    <a:pt x="300895" y="0"/>
                  </a:lnTo>
                  <a:lnTo>
                    <a:pt x="325421" y="9722"/>
                  </a:lnTo>
                  <a:cubicBezTo>
                    <a:pt x="341170" y="15079"/>
                    <a:pt x="359327" y="20182"/>
                    <a:pt x="380418" y="24264"/>
                  </a:cubicBezTo>
                  <a:cubicBezTo>
                    <a:pt x="549147" y="56921"/>
                    <a:pt x="1000904" y="173942"/>
                    <a:pt x="1180518" y="318178"/>
                  </a:cubicBezTo>
                  <a:cubicBezTo>
                    <a:pt x="1360132" y="462414"/>
                    <a:pt x="1395510" y="652914"/>
                    <a:pt x="1458103" y="889678"/>
                  </a:cubicBezTo>
                  <a:cubicBezTo>
                    <a:pt x="1520696" y="1126442"/>
                    <a:pt x="1675818" y="1586364"/>
                    <a:pt x="1556075" y="1738764"/>
                  </a:cubicBezTo>
                  <a:cubicBezTo>
                    <a:pt x="1436332" y="1891164"/>
                    <a:pt x="998182" y="1861228"/>
                    <a:pt x="739646" y="1804078"/>
                  </a:cubicBezTo>
                  <a:cubicBezTo>
                    <a:pt x="481110" y="1746928"/>
                    <a:pt x="100110" y="1668007"/>
                    <a:pt x="4860" y="1395864"/>
                  </a:cubicBezTo>
                  <a:lnTo>
                    <a:pt x="0" y="1376946"/>
                  </a:lnTo>
                  <a:lnTo>
                    <a:pt x="0" y="921533"/>
                  </a:lnTo>
                  <a:lnTo>
                    <a:pt x="27312" y="742721"/>
                  </a:lnTo>
                  <a:cubicBezTo>
                    <a:pt x="72216" y="486907"/>
                    <a:pt x="136850" y="236535"/>
                    <a:pt x="168146" y="122235"/>
                  </a:cubicBezTo>
                  <a:cubicBezTo>
                    <a:pt x="183794" y="65085"/>
                    <a:pt x="194340" y="28346"/>
                    <a:pt x="203993" y="5894"/>
                  </a:cubicBezTo>
                  <a:close/>
                </a:path>
              </a:pathLst>
            </a:cu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A549CC1-1DB6-6EED-618B-210667B7F57D}"/>
                </a:ext>
              </a:extLst>
            </p:cNvPr>
            <p:cNvSpPr txBox="1"/>
            <p:nvPr/>
          </p:nvSpPr>
          <p:spPr>
            <a:xfrm>
              <a:off x="5418362" y="4595926"/>
              <a:ext cx="6322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solidFill>
                    <a:srgbClr val="846950"/>
                  </a:solidFill>
                  <a:latin typeface="GILROY-LIGHT" pitchFamily="2" charset="0"/>
                </a:rPr>
                <a:t>рак</a:t>
              </a:r>
            </a:p>
          </p:txBody>
        </p:sp>
      </p:grp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BE1E47B4-E423-260A-7AB1-B4D553EF40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9422" y="409604"/>
            <a:ext cx="443589" cy="44358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D1CF6795-58A0-6879-2492-517FD2071F67}"/>
              </a:ext>
            </a:extLst>
          </p:cNvPr>
          <p:cNvSpPr txBox="1"/>
          <p:nvPr/>
        </p:nvSpPr>
        <p:spPr>
          <a:xfrm>
            <a:off x="9610781" y="761931"/>
            <a:ext cx="2614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>
                <a:solidFill>
                  <a:srgbClr val="B08D69"/>
                </a:solidFill>
                <a:latin typeface="GILROY-LIGHT" pitchFamily="2" charset="0"/>
              </a:rPr>
              <a:t>Чтобы заполнить баночку мёдом, </a:t>
            </a:r>
          </a:p>
          <a:p>
            <a:pPr algn="r"/>
            <a:r>
              <a:rPr lang="ru-RU" sz="1200" dirty="0">
                <a:solidFill>
                  <a:srgbClr val="B08D69"/>
                </a:solidFill>
                <a:latin typeface="GILROY-LIGHT" pitchFamily="2" charset="0"/>
              </a:rPr>
              <a:t>кликни на мишку</a:t>
            </a:r>
          </a:p>
          <a:p>
            <a:pPr algn="r"/>
            <a:endParaRPr lang="ru-RU" sz="1200" dirty="0">
              <a:solidFill>
                <a:srgbClr val="B08D69"/>
              </a:solidFill>
              <a:latin typeface="GILROY-LIGHT" pitchFamily="2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F3CE67F-76C3-E700-148A-5DCEDE5067E8}"/>
              </a:ext>
            </a:extLst>
          </p:cNvPr>
          <p:cNvGrpSpPr/>
          <p:nvPr/>
        </p:nvGrpSpPr>
        <p:grpSpPr>
          <a:xfrm>
            <a:off x="10859834" y="38373"/>
            <a:ext cx="1283177" cy="389330"/>
            <a:chOff x="10859834" y="38373"/>
            <a:chExt cx="1283177" cy="38933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A670E22C-AD50-BE6C-AA64-5F26752CDE40}"/>
                </a:ext>
              </a:extLst>
            </p:cNvPr>
            <p:cNvSpPr/>
            <p:nvPr/>
          </p:nvSpPr>
          <p:spPr>
            <a:xfrm>
              <a:off x="11035155" y="74160"/>
              <a:ext cx="1066565" cy="267290"/>
            </a:xfrm>
            <a:custGeom>
              <a:avLst/>
              <a:gdLst>
                <a:gd name="csX0" fmla="*/ 275 w 1066565"/>
                <a:gd name="csY0" fmla="*/ 63626 h 267290"/>
                <a:gd name="csX1" fmla="*/ 113009 w 1066565"/>
                <a:gd name="csY1" fmla="*/ 996 h 267290"/>
                <a:gd name="csX2" fmla="*/ 576472 w 1066565"/>
                <a:gd name="csY2" fmla="*/ 26048 h 267290"/>
                <a:gd name="csX3" fmla="*/ 952253 w 1066565"/>
                <a:gd name="csY3" fmla="*/ 38574 h 267290"/>
                <a:gd name="csX4" fmla="*/ 1064987 w 1066565"/>
                <a:gd name="csY4" fmla="*/ 251517 h 267290"/>
                <a:gd name="csX5" fmla="*/ 889623 w 1066565"/>
                <a:gd name="csY5" fmla="*/ 251517 h 267290"/>
                <a:gd name="csX6" fmla="*/ 288374 w 1066565"/>
                <a:gd name="csY6" fmla="*/ 264043 h 267290"/>
                <a:gd name="csX7" fmla="*/ 87957 w 1066565"/>
                <a:gd name="csY7" fmla="*/ 188887 h 267290"/>
                <a:gd name="csX8" fmla="*/ 275 w 1066565"/>
                <a:gd name="csY8" fmla="*/ 63626 h 267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66565" h="267290">
                  <a:moveTo>
                    <a:pt x="275" y="63626"/>
                  </a:moveTo>
                  <a:cubicBezTo>
                    <a:pt x="4450" y="32311"/>
                    <a:pt x="16976" y="7259"/>
                    <a:pt x="113009" y="996"/>
                  </a:cubicBezTo>
                  <a:cubicBezTo>
                    <a:pt x="209042" y="-5267"/>
                    <a:pt x="436598" y="19785"/>
                    <a:pt x="576472" y="26048"/>
                  </a:cubicBezTo>
                  <a:cubicBezTo>
                    <a:pt x="716346" y="32311"/>
                    <a:pt x="870834" y="996"/>
                    <a:pt x="952253" y="38574"/>
                  </a:cubicBezTo>
                  <a:cubicBezTo>
                    <a:pt x="1033672" y="76152"/>
                    <a:pt x="1075425" y="216027"/>
                    <a:pt x="1064987" y="251517"/>
                  </a:cubicBezTo>
                  <a:cubicBezTo>
                    <a:pt x="1054549" y="287007"/>
                    <a:pt x="889623" y="251517"/>
                    <a:pt x="889623" y="251517"/>
                  </a:cubicBezTo>
                  <a:cubicBezTo>
                    <a:pt x="760188" y="253605"/>
                    <a:pt x="421985" y="274481"/>
                    <a:pt x="288374" y="264043"/>
                  </a:cubicBezTo>
                  <a:cubicBezTo>
                    <a:pt x="154763" y="253605"/>
                    <a:pt x="135973" y="222290"/>
                    <a:pt x="87957" y="188887"/>
                  </a:cubicBezTo>
                  <a:cubicBezTo>
                    <a:pt x="39941" y="155484"/>
                    <a:pt x="-3900" y="94941"/>
                    <a:pt x="275" y="63626"/>
                  </a:cubicBezTo>
                  <a:close/>
                </a:path>
              </a:pathLst>
            </a:custGeom>
            <a:solidFill>
              <a:srgbClr val="F7F2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1D990BA9-C762-C9BC-2073-EB5FF31A7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859834" y="38373"/>
              <a:ext cx="1283177" cy="3893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451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8 0.01018 L 0.51277 0.53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78" y="261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7 0.01018 L 0.34036 0.5414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58" y="2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8 0.01019 L 0.29753 0.27199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22" y="1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8 0.01019 L 0.20117 0.06551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05" y="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7 0.01019 L 0.04935 0.5599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4" y="2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7 0.01019 L 0.12161 0.29584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20" y="1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8 0.01019 L 0.17357 0.58773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24" y="28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8 0.01019 L 0.50677 0.30324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78" y="1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8 0.01018 L 0.49167 0.0699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23" y="2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" presetID="18" presetClass="exit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1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C3C8AE5D-6370-0F65-2C13-5D9A1F303587}"/>
              </a:ext>
            </a:extLst>
          </p:cNvPr>
          <p:cNvGrpSpPr/>
          <p:nvPr/>
        </p:nvGrpSpPr>
        <p:grpSpPr>
          <a:xfrm>
            <a:off x="330199" y="215901"/>
            <a:ext cx="6675035" cy="806987"/>
            <a:chOff x="330199" y="215901"/>
            <a:chExt cx="6360881" cy="1200329"/>
          </a:xfrm>
        </p:grpSpPr>
        <p:sp>
          <p:nvSpPr>
            <p:cNvPr id="7" name="Скругленный прямоугольник 6">
              <a:extLst>
                <a:ext uri="{FF2B5EF4-FFF2-40B4-BE49-F238E27FC236}">
                  <a16:creationId xmlns:a16="http://schemas.microsoft.com/office/drawing/2014/main" id="{9469814D-DD01-200A-466F-D6A6646F1493}"/>
                </a:ext>
              </a:extLst>
            </p:cNvPr>
            <p:cNvSpPr/>
            <p:nvPr/>
          </p:nvSpPr>
          <p:spPr>
            <a:xfrm>
              <a:off x="330200" y="215901"/>
              <a:ext cx="6360880" cy="933232"/>
            </a:xfrm>
            <a:prstGeom prst="roundRect">
              <a:avLst/>
            </a:prstGeom>
            <a:solidFill>
              <a:srgbClr val="F7F2ED">
                <a:alpha val="1000"/>
              </a:srgbClr>
            </a:solidFill>
            <a:ln>
              <a:noFill/>
            </a:ln>
            <a:effectLst>
              <a:glow rad="494438">
                <a:srgbClr val="F7F2ED">
                  <a:alpha val="41049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19F2A5-DEEB-252E-730B-47C81DA862B0}"/>
                </a:ext>
              </a:extLst>
            </p:cNvPr>
            <p:cNvSpPr txBox="1"/>
            <p:nvPr/>
          </p:nvSpPr>
          <p:spPr>
            <a:xfrm>
              <a:off x="330199" y="215901"/>
              <a:ext cx="636088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B08D69"/>
                  </a:solidFill>
                  <a:latin typeface="GILROY-LIGHT" pitchFamily="2" charset="0"/>
                </a:rPr>
                <a:t>Мёд уже собран! Теперь мишка разбирает свои запасы. </a:t>
              </a:r>
            </a:p>
            <a:p>
              <a:r>
                <a:rPr lang="ru-RU" dirty="0">
                  <a:solidFill>
                    <a:srgbClr val="B08D69"/>
                  </a:solidFill>
                  <a:latin typeface="GILROY-LIGHT" pitchFamily="2" charset="0"/>
                </a:rPr>
                <a:t>Помоги ему разложить всё по корзинкам.</a:t>
              </a:r>
            </a:p>
            <a:p>
              <a:endParaRPr lang="ru-RU" dirty="0">
                <a:solidFill>
                  <a:srgbClr val="B08D69"/>
                </a:solidFill>
                <a:latin typeface="GILROY-LIGHT" pitchFamily="2" charset="0"/>
              </a:endParaRPr>
            </a:p>
          </p:txBody>
        </p:sp>
      </p:grpSp>
      <p:pic>
        <p:nvPicPr>
          <p:cNvPr id="14" name="корзина 3">
            <a:extLst>
              <a:ext uri="{FF2B5EF4-FFF2-40B4-BE49-F238E27FC236}">
                <a16:creationId xmlns:a16="http://schemas.microsoft.com/office/drawing/2014/main" id="{3194206A-64D1-EF64-B5ED-23BB71FF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548" t="12872" r="3340" b="55733"/>
          <a:stretch>
            <a:fillRect/>
          </a:stretch>
        </p:blipFill>
        <p:spPr>
          <a:xfrm>
            <a:off x="8214102" y="3774412"/>
            <a:ext cx="3401522" cy="2445489"/>
          </a:xfrm>
          <a:custGeom>
            <a:avLst/>
            <a:gdLst>
              <a:gd name="csX0" fmla="*/ 303080 w 3881970"/>
              <a:gd name="csY0" fmla="*/ 1116 h 2790902"/>
              <a:gd name="csX1" fmla="*/ 356461 w 3881970"/>
              <a:gd name="csY1" fmla="*/ 1207 h 2790902"/>
              <a:gd name="csX2" fmla="*/ 821410 w 3881970"/>
              <a:gd name="csY2" fmla="*/ 249180 h 2790902"/>
              <a:gd name="csX3" fmla="*/ 1689315 w 3881970"/>
              <a:gd name="csY3" fmla="*/ 218183 h 2790902"/>
              <a:gd name="csX4" fmla="*/ 3084163 w 3881970"/>
              <a:gd name="csY4" fmla="*/ 311173 h 2790902"/>
              <a:gd name="csX5" fmla="*/ 3363132 w 3881970"/>
              <a:gd name="csY5" fmla="*/ 47702 h 2790902"/>
              <a:gd name="csX6" fmla="*/ 3852176 w 3881970"/>
              <a:gd name="csY6" fmla="*/ 121652 h 2790902"/>
              <a:gd name="csX7" fmla="*/ 3881970 w 3881970"/>
              <a:gd name="csY7" fmla="*/ 160989 h 2790902"/>
              <a:gd name="csX8" fmla="*/ 3881970 w 3881970"/>
              <a:gd name="csY8" fmla="*/ 615013 h 2790902"/>
              <a:gd name="csX9" fmla="*/ 3864285 w 3881970"/>
              <a:gd name="csY9" fmla="*/ 694393 h 2790902"/>
              <a:gd name="csX10" fmla="*/ 3797085 w 3881970"/>
              <a:gd name="csY10" fmla="*/ 962102 h 2790902"/>
              <a:gd name="csX11" fmla="*/ 3285641 w 3881970"/>
              <a:gd name="csY11" fmla="*/ 2527431 h 2790902"/>
              <a:gd name="csX12" fmla="*/ 3088038 w 3881970"/>
              <a:gd name="csY12" fmla="*/ 2782185 h 2790902"/>
              <a:gd name="csX13" fmla="*/ 3062471 w 3881970"/>
              <a:gd name="csY13" fmla="*/ 2790902 h 2790902"/>
              <a:gd name="csX14" fmla="*/ 1015893 w 3881970"/>
              <a:gd name="csY14" fmla="*/ 2790902 h 2790902"/>
              <a:gd name="csX15" fmla="*/ 922543 w 3881970"/>
              <a:gd name="csY15" fmla="*/ 2752822 h 2790902"/>
              <a:gd name="csX16" fmla="*/ 418454 w 3881970"/>
              <a:gd name="csY16" fmla="*/ 2062482 h 2790902"/>
              <a:gd name="csX17" fmla="*/ 0 w 3881970"/>
              <a:gd name="csY17" fmla="*/ 543648 h 2790902"/>
              <a:gd name="csX18" fmla="*/ 0 w 3881970"/>
              <a:gd name="csY18" fmla="*/ 155990 h 2790902"/>
              <a:gd name="csX19" fmla="*/ 50249 w 3881970"/>
              <a:gd name="csY19" fmla="*/ 105094 h 2790902"/>
              <a:gd name="csX20" fmla="*/ 303080 w 3881970"/>
              <a:gd name="csY20" fmla="*/ 1116 h 2790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881970" h="2790902">
                <a:moveTo>
                  <a:pt x="303080" y="1116"/>
                </a:moveTo>
                <a:cubicBezTo>
                  <a:pt x="321146" y="-367"/>
                  <a:pt x="339026" y="-407"/>
                  <a:pt x="356461" y="1207"/>
                </a:cubicBezTo>
                <a:cubicBezTo>
                  <a:pt x="495946" y="14122"/>
                  <a:pt x="599268" y="213017"/>
                  <a:pt x="821410" y="249180"/>
                </a:cubicBezTo>
                <a:cubicBezTo>
                  <a:pt x="1043552" y="285343"/>
                  <a:pt x="1312190" y="207851"/>
                  <a:pt x="1689315" y="218183"/>
                </a:cubicBezTo>
                <a:cubicBezTo>
                  <a:pt x="2066440" y="228515"/>
                  <a:pt x="2805194" y="339586"/>
                  <a:pt x="3084163" y="311173"/>
                </a:cubicBezTo>
                <a:cubicBezTo>
                  <a:pt x="3363132" y="282760"/>
                  <a:pt x="3228814" y="70949"/>
                  <a:pt x="3363132" y="47702"/>
                </a:cubicBezTo>
                <a:cubicBezTo>
                  <a:pt x="3480660" y="27361"/>
                  <a:pt x="3740579" y="20862"/>
                  <a:pt x="3852176" y="121652"/>
                </a:cubicBezTo>
                <a:lnTo>
                  <a:pt x="3881970" y="160989"/>
                </a:lnTo>
                <a:lnTo>
                  <a:pt x="3881970" y="615013"/>
                </a:lnTo>
                <a:lnTo>
                  <a:pt x="3864285" y="694393"/>
                </a:lnTo>
                <a:cubicBezTo>
                  <a:pt x="3845194" y="774992"/>
                  <a:pt x="3822270" y="863946"/>
                  <a:pt x="3797085" y="962102"/>
                </a:cubicBezTo>
                <a:cubicBezTo>
                  <a:pt x="3696346" y="1354726"/>
                  <a:pt x="3461288" y="2214882"/>
                  <a:pt x="3285641" y="2527431"/>
                </a:cubicBezTo>
                <a:cubicBezTo>
                  <a:pt x="3197818" y="2683706"/>
                  <a:pt x="3155197" y="2749573"/>
                  <a:pt x="3088038" y="2782185"/>
                </a:cubicBezTo>
                <a:lnTo>
                  <a:pt x="3062471" y="2790902"/>
                </a:lnTo>
                <a:lnTo>
                  <a:pt x="1015893" y="2790902"/>
                </a:lnTo>
                <a:lnTo>
                  <a:pt x="922543" y="2752822"/>
                </a:lnTo>
                <a:cubicBezTo>
                  <a:pt x="646731" y="2615659"/>
                  <a:pt x="572145" y="2392467"/>
                  <a:pt x="418454" y="2062482"/>
                </a:cubicBezTo>
                <a:cubicBezTo>
                  <a:pt x="242807" y="1685357"/>
                  <a:pt x="72325" y="858780"/>
                  <a:pt x="0" y="543648"/>
                </a:cubicBezTo>
                <a:lnTo>
                  <a:pt x="0" y="155990"/>
                </a:lnTo>
                <a:lnTo>
                  <a:pt x="50249" y="105094"/>
                </a:lnTo>
                <a:cubicBezTo>
                  <a:pt x="117751" y="52020"/>
                  <a:pt x="212749" y="8533"/>
                  <a:pt x="303080" y="1116"/>
                </a:cubicBezTo>
                <a:close/>
              </a:path>
            </a:pathLst>
          </a:custGeom>
        </p:spPr>
      </p:pic>
      <p:pic>
        <p:nvPicPr>
          <p:cNvPr id="26" name="корзина 2">
            <a:extLst>
              <a:ext uri="{FF2B5EF4-FFF2-40B4-BE49-F238E27FC236}">
                <a16:creationId xmlns:a16="http://schemas.microsoft.com/office/drawing/2014/main" id="{37BE0B3F-F11B-2EC3-A580-E12D1F68D8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548" t="12872" r="3340" b="55733"/>
          <a:stretch>
            <a:fillRect/>
          </a:stretch>
        </p:blipFill>
        <p:spPr>
          <a:xfrm>
            <a:off x="4401519" y="3789910"/>
            <a:ext cx="3401522" cy="2445489"/>
          </a:xfrm>
          <a:custGeom>
            <a:avLst/>
            <a:gdLst>
              <a:gd name="csX0" fmla="*/ 303080 w 3881970"/>
              <a:gd name="csY0" fmla="*/ 1116 h 2790902"/>
              <a:gd name="csX1" fmla="*/ 356461 w 3881970"/>
              <a:gd name="csY1" fmla="*/ 1207 h 2790902"/>
              <a:gd name="csX2" fmla="*/ 821410 w 3881970"/>
              <a:gd name="csY2" fmla="*/ 249180 h 2790902"/>
              <a:gd name="csX3" fmla="*/ 1689315 w 3881970"/>
              <a:gd name="csY3" fmla="*/ 218183 h 2790902"/>
              <a:gd name="csX4" fmla="*/ 3084163 w 3881970"/>
              <a:gd name="csY4" fmla="*/ 311173 h 2790902"/>
              <a:gd name="csX5" fmla="*/ 3363132 w 3881970"/>
              <a:gd name="csY5" fmla="*/ 47702 h 2790902"/>
              <a:gd name="csX6" fmla="*/ 3852176 w 3881970"/>
              <a:gd name="csY6" fmla="*/ 121652 h 2790902"/>
              <a:gd name="csX7" fmla="*/ 3881970 w 3881970"/>
              <a:gd name="csY7" fmla="*/ 160989 h 2790902"/>
              <a:gd name="csX8" fmla="*/ 3881970 w 3881970"/>
              <a:gd name="csY8" fmla="*/ 615013 h 2790902"/>
              <a:gd name="csX9" fmla="*/ 3864285 w 3881970"/>
              <a:gd name="csY9" fmla="*/ 694393 h 2790902"/>
              <a:gd name="csX10" fmla="*/ 3797085 w 3881970"/>
              <a:gd name="csY10" fmla="*/ 962102 h 2790902"/>
              <a:gd name="csX11" fmla="*/ 3285641 w 3881970"/>
              <a:gd name="csY11" fmla="*/ 2527431 h 2790902"/>
              <a:gd name="csX12" fmla="*/ 3088038 w 3881970"/>
              <a:gd name="csY12" fmla="*/ 2782185 h 2790902"/>
              <a:gd name="csX13" fmla="*/ 3062471 w 3881970"/>
              <a:gd name="csY13" fmla="*/ 2790902 h 2790902"/>
              <a:gd name="csX14" fmla="*/ 1015893 w 3881970"/>
              <a:gd name="csY14" fmla="*/ 2790902 h 2790902"/>
              <a:gd name="csX15" fmla="*/ 922543 w 3881970"/>
              <a:gd name="csY15" fmla="*/ 2752822 h 2790902"/>
              <a:gd name="csX16" fmla="*/ 418454 w 3881970"/>
              <a:gd name="csY16" fmla="*/ 2062482 h 2790902"/>
              <a:gd name="csX17" fmla="*/ 0 w 3881970"/>
              <a:gd name="csY17" fmla="*/ 543648 h 2790902"/>
              <a:gd name="csX18" fmla="*/ 0 w 3881970"/>
              <a:gd name="csY18" fmla="*/ 155990 h 2790902"/>
              <a:gd name="csX19" fmla="*/ 50249 w 3881970"/>
              <a:gd name="csY19" fmla="*/ 105094 h 2790902"/>
              <a:gd name="csX20" fmla="*/ 303080 w 3881970"/>
              <a:gd name="csY20" fmla="*/ 1116 h 2790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881970" h="2790902">
                <a:moveTo>
                  <a:pt x="303080" y="1116"/>
                </a:moveTo>
                <a:cubicBezTo>
                  <a:pt x="321146" y="-367"/>
                  <a:pt x="339026" y="-407"/>
                  <a:pt x="356461" y="1207"/>
                </a:cubicBezTo>
                <a:cubicBezTo>
                  <a:pt x="495946" y="14122"/>
                  <a:pt x="599268" y="213017"/>
                  <a:pt x="821410" y="249180"/>
                </a:cubicBezTo>
                <a:cubicBezTo>
                  <a:pt x="1043552" y="285343"/>
                  <a:pt x="1312190" y="207851"/>
                  <a:pt x="1689315" y="218183"/>
                </a:cubicBezTo>
                <a:cubicBezTo>
                  <a:pt x="2066440" y="228515"/>
                  <a:pt x="2805194" y="339586"/>
                  <a:pt x="3084163" y="311173"/>
                </a:cubicBezTo>
                <a:cubicBezTo>
                  <a:pt x="3363132" y="282760"/>
                  <a:pt x="3228814" y="70949"/>
                  <a:pt x="3363132" y="47702"/>
                </a:cubicBezTo>
                <a:cubicBezTo>
                  <a:pt x="3480660" y="27361"/>
                  <a:pt x="3740579" y="20862"/>
                  <a:pt x="3852176" y="121652"/>
                </a:cubicBezTo>
                <a:lnTo>
                  <a:pt x="3881970" y="160989"/>
                </a:lnTo>
                <a:lnTo>
                  <a:pt x="3881970" y="615013"/>
                </a:lnTo>
                <a:lnTo>
                  <a:pt x="3864285" y="694393"/>
                </a:lnTo>
                <a:cubicBezTo>
                  <a:pt x="3845194" y="774992"/>
                  <a:pt x="3822270" y="863946"/>
                  <a:pt x="3797085" y="962102"/>
                </a:cubicBezTo>
                <a:cubicBezTo>
                  <a:pt x="3696346" y="1354726"/>
                  <a:pt x="3461288" y="2214882"/>
                  <a:pt x="3285641" y="2527431"/>
                </a:cubicBezTo>
                <a:cubicBezTo>
                  <a:pt x="3197818" y="2683706"/>
                  <a:pt x="3155197" y="2749573"/>
                  <a:pt x="3088038" y="2782185"/>
                </a:cubicBezTo>
                <a:lnTo>
                  <a:pt x="3062471" y="2790902"/>
                </a:lnTo>
                <a:lnTo>
                  <a:pt x="1015893" y="2790902"/>
                </a:lnTo>
                <a:lnTo>
                  <a:pt x="922543" y="2752822"/>
                </a:lnTo>
                <a:cubicBezTo>
                  <a:pt x="646731" y="2615659"/>
                  <a:pt x="572145" y="2392467"/>
                  <a:pt x="418454" y="2062482"/>
                </a:cubicBezTo>
                <a:cubicBezTo>
                  <a:pt x="242807" y="1685357"/>
                  <a:pt x="72325" y="858780"/>
                  <a:pt x="0" y="543648"/>
                </a:cubicBezTo>
                <a:lnTo>
                  <a:pt x="0" y="155990"/>
                </a:lnTo>
                <a:lnTo>
                  <a:pt x="50249" y="105094"/>
                </a:lnTo>
                <a:cubicBezTo>
                  <a:pt x="117751" y="52020"/>
                  <a:pt x="212749" y="8533"/>
                  <a:pt x="303080" y="1116"/>
                </a:cubicBezTo>
                <a:close/>
              </a:path>
            </a:pathLst>
          </a:custGeom>
        </p:spPr>
      </p:pic>
      <p:pic>
        <p:nvPicPr>
          <p:cNvPr id="27" name="корзина 1">
            <a:extLst>
              <a:ext uri="{FF2B5EF4-FFF2-40B4-BE49-F238E27FC236}">
                <a16:creationId xmlns:a16="http://schemas.microsoft.com/office/drawing/2014/main" id="{935FA336-7B5F-F42F-7668-A34FBD65D5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548" t="12872" r="3340" b="55733"/>
          <a:stretch>
            <a:fillRect/>
          </a:stretch>
        </p:blipFill>
        <p:spPr>
          <a:xfrm>
            <a:off x="588936" y="3774412"/>
            <a:ext cx="3401522" cy="2445489"/>
          </a:xfrm>
          <a:custGeom>
            <a:avLst/>
            <a:gdLst>
              <a:gd name="csX0" fmla="*/ 303080 w 3881970"/>
              <a:gd name="csY0" fmla="*/ 1116 h 2790902"/>
              <a:gd name="csX1" fmla="*/ 356461 w 3881970"/>
              <a:gd name="csY1" fmla="*/ 1207 h 2790902"/>
              <a:gd name="csX2" fmla="*/ 821410 w 3881970"/>
              <a:gd name="csY2" fmla="*/ 249180 h 2790902"/>
              <a:gd name="csX3" fmla="*/ 1689315 w 3881970"/>
              <a:gd name="csY3" fmla="*/ 218183 h 2790902"/>
              <a:gd name="csX4" fmla="*/ 3084163 w 3881970"/>
              <a:gd name="csY4" fmla="*/ 311173 h 2790902"/>
              <a:gd name="csX5" fmla="*/ 3363132 w 3881970"/>
              <a:gd name="csY5" fmla="*/ 47702 h 2790902"/>
              <a:gd name="csX6" fmla="*/ 3852176 w 3881970"/>
              <a:gd name="csY6" fmla="*/ 121652 h 2790902"/>
              <a:gd name="csX7" fmla="*/ 3881970 w 3881970"/>
              <a:gd name="csY7" fmla="*/ 160989 h 2790902"/>
              <a:gd name="csX8" fmla="*/ 3881970 w 3881970"/>
              <a:gd name="csY8" fmla="*/ 615013 h 2790902"/>
              <a:gd name="csX9" fmla="*/ 3864285 w 3881970"/>
              <a:gd name="csY9" fmla="*/ 694393 h 2790902"/>
              <a:gd name="csX10" fmla="*/ 3797085 w 3881970"/>
              <a:gd name="csY10" fmla="*/ 962102 h 2790902"/>
              <a:gd name="csX11" fmla="*/ 3285641 w 3881970"/>
              <a:gd name="csY11" fmla="*/ 2527431 h 2790902"/>
              <a:gd name="csX12" fmla="*/ 3088038 w 3881970"/>
              <a:gd name="csY12" fmla="*/ 2782185 h 2790902"/>
              <a:gd name="csX13" fmla="*/ 3062471 w 3881970"/>
              <a:gd name="csY13" fmla="*/ 2790902 h 2790902"/>
              <a:gd name="csX14" fmla="*/ 1015893 w 3881970"/>
              <a:gd name="csY14" fmla="*/ 2790902 h 2790902"/>
              <a:gd name="csX15" fmla="*/ 922543 w 3881970"/>
              <a:gd name="csY15" fmla="*/ 2752822 h 2790902"/>
              <a:gd name="csX16" fmla="*/ 418454 w 3881970"/>
              <a:gd name="csY16" fmla="*/ 2062482 h 2790902"/>
              <a:gd name="csX17" fmla="*/ 0 w 3881970"/>
              <a:gd name="csY17" fmla="*/ 543648 h 2790902"/>
              <a:gd name="csX18" fmla="*/ 0 w 3881970"/>
              <a:gd name="csY18" fmla="*/ 155990 h 2790902"/>
              <a:gd name="csX19" fmla="*/ 50249 w 3881970"/>
              <a:gd name="csY19" fmla="*/ 105094 h 2790902"/>
              <a:gd name="csX20" fmla="*/ 303080 w 3881970"/>
              <a:gd name="csY20" fmla="*/ 1116 h 2790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881970" h="2790902">
                <a:moveTo>
                  <a:pt x="303080" y="1116"/>
                </a:moveTo>
                <a:cubicBezTo>
                  <a:pt x="321146" y="-367"/>
                  <a:pt x="339026" y="-407"/>
                  <a:pt x="356461" y="1207"/>
                </a:cubicBezTo>
                <a:cubicBezTo>
                  <a:pt x="495946" y="14122"/>
                  <a:pt x="599268" y="213017"/>
                  <a:pt x="821410" y="249180"/>
                </a:cubicBezTo>
                <a:cubicBezTo>
                  <a:pt x="1043552" y="285343"/>
                  <a:pt x="1312190" y="207851"/>
                  <a:pt x="1689315" y="218183"/>
                </a:cubicBezTo>
                <a:cubicBezTo>
                  <a:pt x="2066440" y="228515"/>
                  <a:pt x="2805194" y="339586"/>
                  <a:pt x="3084163" y="311173"/>
                </a:cubicBezTo>
                <a:cubicBezTo>
                  <a:pt x="3363132" y="282760"/>
                  <a:pt x="3228814" y="70949"/>
                  <a:pt x="3363132" y="47702"/>
                </a:cubicBezTo>
                <a:cubicBezTo>
                  <a:pt x="3480660" y="27361"/>
                  <a:pt x="3740579" y="20862"/>
                  <a:pt x="3852176" y="121652"/>
                </a:cubicBezTo>
                <a:lnTo>
                  <a:pt x="3881970" y="160989"/>
                </a:lnTo>
                <a:lnTo>
                  <a:pt x="3881970" y="615013"/>
                </a:lnTo>
                <a:lnTo>
                  <a:pt x="3864285" y="694393"/>
                </a:lnTo>
                <a:cubicBezTo>
                  <a:pt x="3845194" y="774992"/>
                  <a:pt x="3822270" y="863946"/>
                  <a:pt x="3797085" y="962102"/>
                </a:cubicBezTo>
                <a:cubicBezTo>
                  <a:pt x="3696346" y="1354726"/>
                  <a:pt x="3461288" y="2214882"/>
                  <a:pt x="3285641" y="2527431"/>
                </a:cubicBezTo>
                <a:cubicBezTo>
                  <a:pt x="3197818" y="2683706"/>
                  <a:pt x="3155197" y="2749573"/>
                  <a:pt x="3088038" y="2782185"/>
                </a:cubicBezTo>
                <a:lnTo>
                  <a:pt x="3062471" y="2790902"/>
                </a:lnTo>
                <a:lnTo>
                  <a:pt x="1015893" y="2790902"/>
                </a:lnTo>
                <a:lnTo>
                  <a:pt x="922543" y="2752822"/>
                </a:lnTo>
                <a:cubicBezTo>
                  <a:pt x="646731" y="2615659"/>
                  <a:pt x="572145" y="2392467"/>
                  <a:pt x="418454" y="2062482"/>
                </a:cubicBezTo>
                <a:cubicBezTo>
                  <a:pt x="242807" y="1685357"/>
                  <a:pt x="72325" y="858780"/>
                  <a:pt x="0" y="543648"/>
                </a:cubicBezTo>
                <a:lnTo>
                  <a:pt x="0" y="155990"/>
                </a:lnTo>
                <a:lnTo>
                  <a:pt x="50249" y="105094"/>
                </a:lnTo>
                <a:cubicBezTo>
                  <a:pt x="117751" y="52020"/>
                  <a:pt x="212749" y="8533"/>
                  <a:pt x="303080" y="1116"/>
                </a:cubicBezTo>
                <a:close/>
              </a:path>
            </a:pathLst>
          </a:custGeom>
        </p:spPr>
      </p:pic>
      <p:pic>
        <p:nvPicPr>
          <p:cNvPr id="22" name="ракета">
            <a:extLst>
              <a:ext uri="{FF2B5EF4-FFF2-40B4-BE49-F238E27FC236}">
                <a16:creationId xmlns:a16="http://schemas.microsoft.com/office/drawing/2014/main" id="{1F42F0DE-D480-3EA9-A968-09472B6A9A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031" t="979" r="5543" b="62529"/>
          <a:stretch>
            <a:fillRect/>
          </a:stretch>
        </p:blipFill>
        <p:spPr>
          <a:xfrm rot="1066679">
            <a:off x="9628896" y="2210802"/>
            <a:ext cx="1568282" cy="1733144"/>
          </a:xfrm>
          <a:prstGeom prst="rect">
            <a:avLst/>
          </a:prstGeom>
        </p:spPr>
      </p:pic>
      <p:pic>
        <p:nvPicPr>
          <p:cNvPr id="21" name="корона">
            <a:extLst>
              <a:ext uri="{FF2B5EF4-FFF2-40B4-BE49-F238E27FC236}">
                <a16:creationId xmlns:a16="http://schemas.microsoft.com/office/drawing/2014/main" id="{8E5B4F96-3D9E-AE89-C9E1-DAD78970F7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57" t="36363" r="68117" b="37577"/>
          <a:stretch>
            <a:fillRect/>
          </a:stretch>
        </p:blipFill>
        <p:spPr>
          <a:xfrm>
            <a:off x="6767364" y="2541470"/>
            <a:ext cx="1568282" cy="1237658"/>
          </a:xfrm>
          <a:prstGeom prst="rect">
            <a:avLst/>
          </a:prstGeom>
        </p:spPr>
      </p:pic>
      <p:pic>
        <p:nvPicPr>
          <p:cNvPr id="18" name="комар">
            <a:extLst>
              <a:ext uri="{FF2B5EF4-FFF2-40B4-BE49-F238E27FC236}">
                <a16:creationId xmlns:a16="http://schemas.microsoft.com/office/drawing/2014/main" id="{80177F2F-78C2-1600-7D16-B905711301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66" t="66206" r="64683" b="8166"/>
          <a:stretch>
            <a:fillRect/>
          </a:stretch>
        </p:blipFill>
        <p:spPr>
          <a:xfrm>
            <a:off x="4101337" y="2557362"/>
            <a:ext cx="1795250" cy="1217193"/>
          </a:xfrm>
          <a:prstGeom prst="rect">
            <a:avLst/>
          </a:prstGeom>
        </p:spPr>
      </p:pic>
      <p:pic>
        <p:nvPicPr>
          <p:cNvPr id="20" name="ворона">
            <a:extLst>
              <a:ext uri="{FF2B5EF4-FFF2-40B4-BE49-F238E27FC236}">
                <a16:creationId xmlns:a16="http://schemas.microsoft.com/office/drawing/2014/main" id="{51484727-5E50-51B9-2661-06EDBD1060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331" t="33753" r="35419" b="36924"/>
          <a:stretch>
            <a:fillRect/>
          </a:stretch>
        </p:blipFill>
        <p:spPr>
          <a:xfrm>
            <a:off x="1694745" y="2390211"/>
            <a:ext cx="1795250" cy="1392640"/>
          </a:xfrm>
          <a:prstGeom prst="rect">
            <a:avLst/>
          </a:prstGeom>
        </p:spPr>
      </p:pic>
      <p:pic>
        <p:nvPicPr>
          <p:cNvPr id="17" name="самовар">
            <a:extLst>
              <a:ext uri="{FF2B5EF4-FFF2-40B4-BE49-F238E27FC236}">
                <a16:creationId xmlns:a16="http://schemas.microsoft.com/office/drawing/2014/main" id="{FA0B50CD-9048-E7BF-0914-E7DA27D5A3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749" t="64866" r="7294" b="768"/>
          <a:stretch>
            <a:fillRect/>
          </a:stretch>
        </p:blipFill>
        <p:spPr>
          <a:xfrm>
            <a:off x="10776286" y="916737"/>
            <a:ext cx="1362374" cy="1632134"/>
          </a:xfrm>
          <a:prstGeom prst="rect">
            <a:avLst/>
          </a:prstGeom>
        </p:spPr>
      </p:pic>
      <p:pic>
        <p:nvPicPr>
          <p:cNvPr id="19" name="дорога">
            <a:extLst>
              <a:ext uri="{FF2B5EF4-FFF2-40B4-BE49-F238E27FC236}">
                <a16:creationId xmlns:a16="http://schemas.microsoft.com/office/drawing/2014/main" id="{2C1ECABB-F081-4FC9-CB19-311189B449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714" t="37499" r="4037" b="36872"/>
          <a:stretch>
            <a:fillRect/>
          </a:stretch>
        </p:blipFill>
        <p:spPr>
          <a:xfrm>
            <a:off x="7984666" y="1038637"/>
            <a:ext cx="1735810" cy="1217193"/>
          </a:xfrm>
          <a:prstGeom prst="rect">
            <a:avLst/>
          </a:prstGeom>
        </p:spPr>
      </p:pic>
      <p:pic>
        <p:nvPicPr>
          <p:cNvPr id="24" name="рак">
            <a:extLst>
              <a:ext uri="{FF2B5EF4-FFF2-40B4-BE49-F238E27FC236}">
                <a16:creationId xmlns:a16="http://schemas.microsoft.com/office/drawing/2014/main" id="{C3112899-DC20-BC17-C36F-A412DA76C3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88" t="3627" r="66844" b="64393"/>
          <a:stretch>
            <a:fillRect/>
          </a:stretch>
        </p:blipFill>
        <p:spPr>
          <a:xfrm>
            <a:off x="5263143" y="979535"/>
            <a:ext cx="1665713" cy="1518834"/>
          </a:xfrm>
          <a:prstGeom prst="rect">
            <a:avLst/>
          </a:prstGeom>
        </p:spPr>
      </p:pic>
      <p:pic>
        <p:nvPicPr>
          <p:cNvPr id="25" name="топор">
            <a:extLst>
              <a:ext uri="{FF2B5EF4-FFF2-40B4-BE49-F238E27FC236}">
                <a16:creationId xmlns:a16="http://schemas.microsoft.com/office/drawing/2014/main" id="{10CD0680-7C7A-21DF-1350-D3D5D5F174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063" t="66492" r="35762" b="4185"/>
          <a:stretch>
            <a:fillRect/>
          </a:stretch>
        </p:blipFill>
        <p:spPr>
          <a:xfrm>
            <a:off x="2594586" y="1022888"/>
            <a:ext cx="1612747" cy="1392640"/>
          </a:xfrm>
          <a:prstGeom prst="rect">
            <a:avLst/>
          </a:prstGeom>
        </p:spPr>
      </p:pic>
      <p:pic>
        <p:nvPicPr>
          <p:cNvPr id="23" name="рыба">
            <a:extLst>
              <a:ext uri="{FF2B5EF4-FFF2-40B4-BE49-F238E27FC236}">
                <a16:creationId xmlns:a16="http://schemas.microsoft.com/office/drawing/2014/main" id="{C71B84B0-2BBE-1BAC-B69C-7F10AB543C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8" t="2937" r="31208" b="69093"/>
          <a:stretch>
            <a:fillRect/>
          </a:stretch>
        </p:blipFill>
        <p:spPr>
          <a:xfrm>
            <a:off x="49280" y="983039"/>
            <a:ext cx="2084522" cy="1328387"/>
          </a:xfrm>
          <a:prstGeom prst="rect">
            <a:avLst/>
          </a:prstGeom>
        </p:spPr>
      </p:pic>
      <p:pic>
        <p:nvPicPr>
          <p:cNvPr id="48" name="половина3">
            <a:extLst>
              <a:ext uri="{FF2B5EF4-FFF2-40B4-BE49-F238E27FC236}">
                <a16:creationId xmlns:a16="http://schemas.microsoft.com/office/drawing/2014/main" id="{A9FB8951-4265-8B8F-C2C7-5EC778A0B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206" y="4593360"/>
            <a:ext cx="2882737" cy="1642039"/>
          </a:xfrm>
          <a:prstGeom prst="rect">
            <a:avLst/>
          </a:prstGeom>
        </p:spPr>
      </p:pic>
      <p:pic>
        <p:nvPicPr>
          <p:cNvPr id="47" name="половина2">
            <a:extLst>
              <a:ext uri="{FF2B5EF4-FFF2-40B4-BE49-F238E27FC236}">
                <a16:creationId xmlns:a16="http://schemas.microsoft.com/office/drawing/2014/main" id="{BA1A043E-7FE5-06EC-8E31-6EA7D9E1E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768" y="4605886"/>
            <a:ext cx="2882737" cy="1642039"/>
          </a:xfrm>
          <a:prstGeom prst="rect">
            <a:avLst/>
          </a:prstGeom>
        </p:spPr>
      </p:pic>
      <p:pic>
        <p:nvPicPr>
          <p:cNvPr id="46" name="половина1">
            <a:extLst>
              <a:ext uri="{FF2B5EF4-FFF2-40B4-BE49-F238E27FC236}">
                <a16:creationId xmlns:a16="http://schemas.microsoft.com/office/drawing/2014/main" id="{D639CF30-12E3-BCC1-6039-57D7A9A52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29" y="4593360"/>
            <a:ext cx="2882737" cy="1642039"/>
          </a:xfrm>
          <a:prstGeom prst="rect">
            <a:avLst/>
          </a:prstGeom>
        </p:spPr>
      </p:pic>
      <p:sp>
        <p:nvSpPr>
          <p:cNvPr id="52" name="Скругленный прямоугольник 51">
            <a:extLst>
              <a:ext uri="{FF2B5EF4-FFF2-40B4-BE49-F238E27FC236}">
                <a16:creationId xmlns:a16="http://schemas.microsoft.com/office/drawing/2014/main" id="{E6C24EDE-DB19-1412-2288-C5F19038EB32}"/>
              </a:ext>
            </a:extLst>
          </p:cNvPr>
          <p:cNvSpPr/>
          <p:nvPr/>
        </p:nvSpPr>
        <p:spPr>
          <a:xfrm>
            <a:off x="1165831" y="5411370"/>
            <a:ext cx="2235128" cy="310339"/>
          </a:xfrm>
          <a:prstGeom prst="roundRect">
            <a:avLst/>
          </a:prstGeom>
          <a:solidFill>
            <a:srgbClr val="846950">
              <a:alpha val="1000"/>
            </a:srgbClr>
          </a:solidFill>
          <a:ln>
            <a:noFill/>
          </a:ln>
          <a:effectLst>
            <a:glow rad="190500">
              <a:srgbClr val="846950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706A13C1-51BC-65AE-D4FA-E480A8DD08F6}"/>
              </a:ext>
            </a:extLst>
          </p:cNvPr>
          <p:cNvSpPr/>
          <p:nvPr/>
        </p:nvSpPr>
        <p:spPr>
          <a:xfrm>
            <a:off x="4998962" y="5470363"/>
            <a:ext cx="2235128" cy="310339"/>
          </a:xfrm>
          <a:prstGeom prst="roundRect">
            <a:avLst/>
          </a:prstGeom>
          <a:solidFill>
            <a:srgbClr val="846950">
              <a:alpha val="1000"/>
            </a:srgbClr>
          </a:solidFill>
          <a:ln>
            <a:noFill/>
          </a:ln>
          <a:effectLst>
            <a:glow rad="190500">
              <a:srgbClr val="846950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Скругленный прямоугольник 54">
            <a:extLst>
              <a:ext uri="{FF2B5EF4-FFF2-40B4-BE49-F238E27FC236}">
                <a16:creationId xmlns:a16="http://schemas.microsoft.com/office/drawing/2014/main" id="{A27B84A5-4957-9134-F2AA-2DF4BA6468CD}"/>
              </a:ext>
            </a:extLst>
          </p:cNvPr>
          <p:cNvSpPr/>
          <p:nvPr/>
        </p:nvSpPr>
        <p:spPr>
          <a:xfrm>
            <a:off x="8791041" y="5426905"/>
            <a:ext cx="2235128" cy="310339"/>
          </a:xfrm>
          <a:prstGeom prst="roundRect">
            <a:avLst/>
          </a:prstGeom>
          <a:solidFill>
            <a:srgbClr val="846950">
              <a:alpha val="1000"/>
            </a:srgbClr>
          </a:solidFill>
          <a:ln>
            <a:noFill/>
          </a:ln>
          <a:effectLst>
            <a:glow rad="195147">
              <a:srgbClr val="846950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ED97AD-172E-E722-46C8-00EA58D4412C}"/>
              </a:ext>
            </a:extLst>
          </p:cNvPr>
          <p:cNvSpPr txBox="1"/>
          <p:nvPr/>
        </p:nvSpPr>
        <p:spPr>
          <a:xfrm>
            <a:off x="8887660" y="5411370"/>
            <a:ext cx="208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GILROY-LIGHT" pitchFamily="2" charset="0"/>
              </a:rPr>
              <a:t>[р] в конце слова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0E64DA-DB17-D80C-5043-BE7735091C16}"/>
              </a:ext>
            </a:extLst>
          </p:cNvPr>
          <p:cNvSpPr txBox="1"/>
          <p:nvPr/>
        </p:nvSpPr>
        <p:spPr>
          <a:xfrm>
            <a:off x="4852420" y="5411370"/>
            <a:ext cx="2515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GILROY-LIGHT" pitchFamily="2" charset="0"/>
              </a:rPr>
              <a:t>[р] в середине слова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A219F4-B0C8-B692-42C9-D281F9010B09}"/>
              </a:ext>
            </a:extLst>
          </p:cNvPr>
          <p:cNvSpPr txBox="1"/>
          <p:nvPr/>
        </p:nvSpPr>
        <p:spPr>
          <a:xfrm>
            <a:off x="1165831" y="5352377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GILROY-LIGHT" pitchFamily="2" charset="0"/>
              </a:rPr>
              <a:t>[р] в начале слова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6432EFCC-2934-3D0A-7F2D-F0D84FA31CF9}"/>
              </a:ext>
            </a:extLst>
          </p:cNvPr>
          <p:cNvGrpSpPr/>
          <p:nvPr/>
        </p:nvGrpSpPr>
        <p:grpSpPr>
          <a:xfrm>
            <a:off x="10859834" y="38373"/>
            <a:ext cx="1283177" cy="389330"/>
            <a:chOff x="10859834" y="38373"/>
            <a:chExt cx="1283177" cy="389330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370E92C6-33AF-181B-B4B1-30D00DC1AE2E}"/>
                </a:ext>
              </a:extLst>
            </p:cNvPr>
            <p:cNvSpPr/>
            <p:nvPr/>
          </p:nvSpPr>
          <p:spPr>
            <a:xfrm>
              <a:off x="11035155" y="74160"/>
              <a:ext cx="1066565" cy="267290"/>
            </a:xfrm>
            <a:custGeom>
              <a:avLst/>
              <a:gdLst>
                <a:gd name="csX0" fmla="*/ 275 w 1066565"/>
                <a:gd name="csY0" fmla="*/ 63626 h 267290"/>
                <a:gd name="csX1" fmla="*/ 113009 w 1066565"/>
                <a:gd name="csY1" fmla="*/ 996 h 267290"/>
                <a:gd name="csX2" fmla="*/ 576472 w 1066565"/>
                <a:gd name="csY2" fmla="*/ 26048 h 267290"/>
                <a:gd name="csX3" fmla="*/ 952253 w 1066565"/>
                <a:gd name="csY3" fmla="*/ 38574 h 267290"/>
                <a:gd name="csX4" fmla="*/ 1064987 w 1066565"/>
                <a:gd name="csY4" fmla="*/ 251517 h 267290"/>
                <a:gd name="csX5" fmla="*/ 889623 w 1066565"/>
                <a:gd name="csY5" fmla="*/ 251517 h 267290"/>
                <a:gd name="csX6" fmla="*/ 288374 w 1066565"/>
                <a:gd name="csY6" fmla="*/ 264043 h 267290"/>
                <a:gd name="csX7" fmla="*/ 87957 w 1066565"/>
                <a:gd name="csY7" fmla="*/ 188887 h 267290"/>
                <a:gd name="csX8" fmla="*/ 275 w 1066565"/>
                <a:gd name="csY8" fmla="*/ 63626 h 267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66565" h="267290">
                  <a:moveTo>
                    <a:pt x="275" y="63626"/>
                  </a:moveTo>
                  <a:cubicBezTo>
                    <a:pt x="4450" y="32311"/>
                    <a:pt x="16976" y="7259"/>
                    <a:pt x="113009" y="996"/>
                  </a:cubicBezTo>
                  <a:cubicBezTo>
                    <a:pt x="209042" y="-5267"/>
                    <a:pt x="436598" y="19785"/>
                    <a:pt x="576472" y="26048"/>
                  </a:cubicBezTo>
                  <a:cubicBezTo>
                    <a:pt x="716346" y="32311"/>
                    <a:pt x="870834" y="996"/>
                    <a:pt x="952253" y="38574"/>
                  </a:cubicBezTo>
                  <a:cubicBezTo>
                    <a:pt x="1033672" y="76152"/>
                    <a:pt x="1075425" y="216027"/>
                    <a:pt x="1064987" y="251517"/>
                  </a:cubicBezTo>
                  <a:cubicBezTo>
                    <a:pt x="1054549" y="287007"/>
                    <a:pt x="889623" y="251517"/>
                    <a:pt x="889623" y="251517"/>
                  </a:cubicBezTo>
                  <a:cubicBezTo>
                    <a:pt x="760188" y="253605"/>
                    <a:pt x="421985" y="274481"/>
                    <a:pt x="288374" y="264043"/>
                  </a:cubicBezTo>
                  <a:cubicBezTo>
                    <a:pt x="154763" y="253605"/>
                    <a:pt x="135973" y="222290"/>
                    <a:pt x="87957" y="188887"/>
                  </a:cubicBezTo>
                  <a:cubicBezTo>
                    <a:pt x="39941" y="155484"/>
                    <a:pt x="-3900" y="94941"/>
                    <a:pt x="275" y="63626"/>
                  </a:cubicBezTo>
                  <a:close/>
                </a:path>
              </a:pathLst>
            </a:custGeom>
            <a:solidFill>
              <a:srgbClr val="F7F2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054DD7F1-378B-A121-0891-75B2AC8EE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859834" y="38373"/>
              <a:ext cx="1283177" cy="3893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621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0.00208 L 0.40221 0.219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104" y="1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07407E-6 L 0.53333 0.4421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67" y="2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-0.31693 0.4159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46" y="20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40741E-7 L -0.22122 0.43148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94" y="2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023 L -0.12747 0.43703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06" y="2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2.96296E-6 L 0.29622 0.22153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05" y="1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4.81481E-6 L -0.11055 0.2088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34" y="1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0.00115 L 0.09466 0.43148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6" y="21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7037E-7 L -0.66328 0.22408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177" y="1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F287DD-0B61-5DA0-0B56-B3ADE5AA9C98}"/>
              </a:ext>
            </a:extLst>
          </p:cNvPr>
          <p:cNvSpPr txBox="1"/>
          <p:nvPr/>
        </p:nvSpPr>
        <p:spPr>
          <a:xfrm>
            <a:off x="3433251" y="1069094"/>
            <a:ext cx="5325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B08D69"/>
                </a:solidFill>
                <a:latin typeface="GILROY-LIGHT" pitchFamily="2" charset="0"/>
              </a:rPr>
              <a:t>Составь предложения со словами: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9CA0E80-51D6-4B11-FCFA-CE548F643994}"/>
              </a:ext>
            </a:extLst>
          </p:cNvPr>
          <p:cNvGrpSpPr/>
          <p:nvPr/>
        </p:nvGrpSpPr>
        <p:grpSpPr>
          <a:xfrm>
            <a:off x="330199" y="215901"/>
            <a:ext cx="7914149" cy="646331"/>
            <a:chOff x="330199" y="215901"/>
            <a:chExt cx="6360881" cy="961366"/>
          </a:xfrm>
        </p:grpSpPr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039C551C-E200-6362-20CB-6B7F65A44A8D}"/>
                </a:ext>
              </a:extLst>
            </p:cNvPr>
            <p:cNvSpPr/>
            <p:nvPr/>
          </p:nvSpPr>
          <p:spPr>
            <a:xfrm>
              <a:off x="330200" y="215901"/>
              <a:ext cx="6360880" cy="933232"/>
            </a:xfrm>
            <a:prstGeom prst="roundRect">
              <a:avLst/>
            </a:prstGeom>
            <a:solidFill>
              <a:srgbClr val="F7F2ED">
                <a:alpha val="1000"/>
              </a:srgbClr>
            </a:solidFill>
            <a:ln>
              <a:noFill/>
            </a:ln>
            <a:effectLst>
              <a:glow rad="494438">
                <a:srgbClr val="F7F2ED">
                  <a:alpha val="41049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B01B61-173C-435C-37C3-AFC69A43472D}"/>
                </a:ext>
              </a:extLst>
            </p:cNvPr>
            <p:cNvSpPr txBox="1"/>
            <p:nvPr/>
          </p:nvSpPr>
          <p:spPr>
            <a:xfrm>
              <a:off x="330199" y="215901"/>
              <a:ext cx="6360881" cy="961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B08D69"/>
                  </a:solidFill>
                  <a:latin typeface="GILROY-LIGHT" pitchFamily="2" charset="0"/>
                </a:rPr>
                <a:t>Мёд собрали, угощения разложили по корзинкам. Самое время немного отдохнуть и поболтать за чашкой чая..</a:t>
              </a: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BFDB93-C3B0-92AF-1208-8BA5527E44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590" b="55805"/>
          <a:stretch>
            <a:fillRect/>
          </a:stretch>
        </p:blipFill>
        <p:spPr>
          <a:xfrm>
            <a:off x="2351136" y="1737621"/>
            <a:ext cx="1875504" cy="218128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F8E41F6-C104-1FB2-D3D3-450D95F383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847" t="47431" r="4743"/>
          <a:stretch>
            <a:fillRect/>
          </a:stretch>
        </p:blipFill>
        <p:spPr>
          <a:xfrm>
            <a:off x="8244348" y="4196477"/>
            <a:ext cx="1875505" cy="259459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A5D6AE8-1ECC-EAA0-EDAE-AB1E91E3FC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11" t="4154" r="44759" b="51651"/>
          <a:stretch>
            <a:fillRect/>
          </a:stretch>
        </p:blipFill>
        <p:spPr>
          <a:xfrm>
            <a:off x="5330312" y="1938614"/>
            <a:ext cx="1531374" cy="21812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76964DB-601D-53D2-73F8-C62CECFD00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716" t="3287" r="3826" b="52518"/>
          <a:stretch>
            <a:fillRect/>
          </a:stretch>
        </p:blipFill>
        <p:spPr>
          <a:xfrm>
            <a:off x="7965358" y="1756535"/>
            <a:ext cx="2433484" cy="218128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7FAAF87-1D2E-4816-CDC2-2E189C4651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000" r="69590"/>
          <a:stretch>
            <a:fillRect/>
          </a:stretch>
        </p:blipFill>
        <p:spPr>
          <a:xfrm>
            <a:off x="2072145" y="3977775"/>
            <a:ext cx="1875505" cy="281329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6F2A99F-8D0C-C529-E542-703F1243BC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912" t="55550" r="35392" b="14270"/>
          <a:stretch>
            <a:fillRect/>
          </a:stretch>
        </p:blipFill>
        <p:spPr>
          <a:xfrm>
            <a:off x="5070914" y="4527754"/>
            <a:ext cx="2050172" cy="172556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6C46ABB-7495-ACD9-A5D5-3B3A2A8CDFF2}"/>
              </a:ext>
            </a:extLst>
          </p:cNvPr>
          <p:cNvGrpSpPr/>
          <p:nvPr/>
        </p:nvGrpSpPr>
        <p:grpSpPr>
          <a:xfrm>
            <a:off x="10859834" y="38373"/>
            <a:ext cx="1283177" cy="389330"/>
            <a:chOff x="10859834" y="38373"/>
            <a:chExt cx="1283177" cy="389330"/>
          </a:xfrm>
        </p:grpSpPr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DD9D9CA4-0C4C-25CA-8484-F37C5C767933}"/>
                </a:ext>
              </a:extLst>
            </p:cNvPr>
            <p:cNvSpPr/>
            <p:nvPr/>
          </p:nvSpPr>
          <p:spPr>
            <a:xfrm>
              <a:off x="11035155" y="74160"/>
              <a:ext cx="1066565" cy="267290"/>
            </a:xfrm>
            <a:custGeom>
              <a:avLst/>
              <a:gdLst>
                <a:gd name="csX0" fmla="*/ 275 w 1066565"/>
                <a:gd name="csY0" fmla="*/ 63626 h 267290"/>
                <a:gd name="csX1" fmla="*/ 113009 w 1066565"/>
                <a:gd name="csY1" fmla="*/ 996 h 267290"/>
                <a:gd name="csX2" fmla="*/ 576472 w 1066565"/>
                <a:gd name="csY2" fmla="*/ 26048 h 267290"/>
                <a:gd name="csX3" fmla="*/ 952253 w 1066565"/>
                <a:gd name="csY3" fmla="*/ 38574 h 267290"/>
                <a:gd name="csX4" fmla="*/ 1064987 w 1066565"/>
                <a:gd name="csY4" fmla="*/ 251517 h 267290"/>
                <a:gd name="csX5" fmla="*/ 889623 w 1066565"/>
                <a:gd name="csY5" fmla="*/ 251517 h 267290"/>
                <a:gd name="csX6" fmla="*/ 288374 w 1066565"/>
                <a:gd name="csY6" fmla="*/ 264043 h 267290"/>
                <a:gd name="csX7" fmla="*/ 87957 w 1066565"/>
                <a:gd name="csY7" fmla="*/ 188887 h 267290"/>
                <a:gd name="csX8" fmla="*/ 275 w 1066565"/>
                <a:gd name="csY8" fmla="*/ 63626 h 267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66565" h="267290">
                  <a:moveTo>
                    <a:pt x="275" y="63626"/>
                  </a:moveTo>
                  <a:cubicBezTo>
                    <a:pt x="4450" y="32311"/>
                    <a:pt x="16976" y="7259"/>
                    <a:pt x="113009" y="996"/>
                  </a:cubicBezTo>
                  <a:cubicBezTo>
                    <a:pt x="209042" y="-5267"/>
                    <a:pt x="436598" y="19785"/>
                    <a:pt x="576472" y="26048"/>
                  </a:cubicBezTo>
                  <a:cubicBezTo>
                    <a:pt x="716346" y="32311"/>
                    <a:pt x="870834" y="996"/>
                    <a:pt x="952253" y="38574"/>
                  </a:cubicBezTo>
                  <a:cubicBezTo>
                    <a:pt x="1033672" y="76152"/>
                    <a:pt x="1075425" y="216027"/>
                    <a:pt x="1064987" y="251517"/>
                  </a:cubicBezTo>
                  <a:cubicBezTo>
                    <a:pt x="1054549" y="287007"/>
                    <a:pt x="889623" y="251517"/>
                    <a:pt x="889623" y="251517"/>
                  </a:cubicBezTo>
                  <a:cubicBezTo>
                    <a:pt x="760188" y="253605"/>
                    <a:pt x="421985" y="274481"/>
                    <a:pt x="288374" y="264043"/>
                  </a:cubicBezTo>
                  <a:cubicBezTo>
                    <a:pt x="154763" y="253605"/>
                    <a:pt x="135973" y="222290"/>
                    <a:pt x="87957" y="188887"/>
                  </a:cubicBezTo>
                  <a:cubicBezTo>
                    <a:pt x="39941" y="155484"/>
                    <a:pt x="-3900" y="94941"/>
                    <a:pt x="275" y="63626"/>
                  </a:cubicBezTo>
                  <a:close/>
                </a:path>
              </a:pathLst>
            </a:custGeom>
            <a:solidFill>
              <a:srgbClr val="F7F2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FA0C8462-D25A-7661-7ABF-44A919633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59834" y="38373"/>
              <a:ext cx="1283177" cy="3893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80771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102</Words>
  <Application>Microsoft Macintosh PowerPoint</Application>
  <PresentationFormat>Широкоэкранный</PresentationFormat>
  <Paragraphs>22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 Display</vt:lpstr>
      <vt:lpstr>GILROY-LIGHT</vt:lpstr>
      <vt:lpstr>Aptos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e57714</dc:creator>
  <cp:lastModifiedBy>e57714</cp:lastModifiedBy>
  <cp:revision>8</cp:revision>
  <dcterms:created xsi:type="dcterms:W3CDTF">2026-06-25T13:49:34Z</dcterms:created>
  <dcterms:modified xsi:type="dcterms:W3CDTF">2026-06-25T19:20:07Z</dcterms:modified>
</cp:coreProperties>
</file>