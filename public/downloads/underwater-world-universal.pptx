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embeddedFontLst>
    <p:embeddedFont>
      <p:font typeface="GILROY-LIGHT" pitchFamily="2" charset="0"/>
      <p:regular r:id="rId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5EF"/>
    <a:srgbClr val="353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7"/>
    <p:restoredTop sz="94728"/>
  </p:normalViewPr>
  <p:slideViewPr>
    <p:cSldViewPr snapToGrid="0">
      <p:cViewPr varScale="1">
        <p:scale>
          <a:sx n="102" d="100"/>
          <a:sy n="102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CC3CA-3B60-6CBE-1FDB-5A68E6DA8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B2266F-17AE-4B57-C9DC-DFC7C24DB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FD68C0-32EE-5C36-D099-DF1ECB324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6CF254-72A8-A23B-38FC-7516C2C1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5D9CB3-3BE4-CE26-F7D6-410C6932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29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E2A65-DC37-A656-E89D-75A7A139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C9C0A-2390-8E39-329F-8728DED4A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7EE64E-077C-695F-5822-8597D65A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6D258F-53B2-CDA2-5FFF-89F5A2E1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00D696-5A34-76F0-96CA-85E071A5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94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8180D-4496-58CF-E1E0-2F951A10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6FF86F-D0F6-46B9-3DD9-33047911D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F11CF1-21A2-12C1-D44D-AC625C3F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02F9B4-2D0B-6EE4-DD1C-20BFD3E4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70FA51-8F39-DA0C-19BA-1DB56962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78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28631-95B7-AC08-F74F-CE563A2C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924EB2-4575-48E7-3BFB-19337B665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267A0B-91B4-F449-7ED1-D2E413466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9702BB-C803-7233-BB26-7ACD6B7B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E1000C-BA54-9B95-CC25-9429686E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EDF47C-6CB8-DF5F-CBF8-D1D54E00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46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25A01-A447-2330-17F0-084DF955C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01B1D2-62B8-2321-B5B3-70317B0D8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0DB06B-8C8B-FFC3-C380-EE65E5064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7B217FE-EE4B-B9A0-51AA-5C33EC274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B0730E-AA2D-9F4B-939D-04DB86B5A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75DD53-F24A-5A5E-5547-C703632D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972C551-61D4-7C6A-3691-503103B0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FA4EAE-F1D6-7625-5DDF-4DCC93E0D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903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29346-4A41-768E-5D74-06342DA7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E7C42F-8317-EBF5-B046-7C02C17E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2A83C3-F4F4-0EA6-44D9-7DCD1C53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751789-B2FA-3B0F-F0F1-4356ABC5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55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5F36FE-47B2-0ABB-8501-44233012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142ABC-9E85-748D-8082-6457A6A7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E336B1-C6BF-29D0-B7CB-A7F3ABF1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4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C7F53-365A-A057-B2B4-0D62811ED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5BC3BB-3300-068E-E2A4-687A535DD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A9F7-D6FA-D95D-53B6-5E163EB2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94FAAE-3F3C-146D-1139-7F99CCC0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FEE28E-12EC-A296-93D7-AC775046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234A73-437B-4659-F9F5-140236CC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91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CFC1C-5FEE-AF45-C593-FA8BD5D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EFD5C4-D690-BB3F-96BB-74040C3D5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FEA5F4-9294-0960-4380-9246ED95A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F5A505-9084-C7DC-6D5B-2EA6A3E5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1CC1D3-3A48-F3FE-C987-4D618DA2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4C3A5E-7BC6-D231-75CA-F1D55D67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63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BCB3D-A574-DF3D-A50C-CEB6040C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4F612E-F449-C2A7-E510-B9F16F682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384BB7-6834-7718-F9D5-33AA4376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5ABE28-17F9-8F9B-38CD-6140AA08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CBDA7B-B71D-1FFE-657F-1BCC7FE3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66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831827-A1D7-717F-6678-766D68CEA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768EBF-E626-8E92-597A-8BD29BD88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2AA5AB-63B0-2A5F-08D5-10ADE9B3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2885B-262C-6265-EAD5-C3E402F8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53B212-BA5F-FC31-F9C2-C1E74728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67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CE572-5773-F0A4-0E02-6F2891A8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67A841-617D-F5A3-32BB-15470A748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316649-4B88-716D-1FD5-6DA405529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74A22-D71B-F344-A99D-98D61906C3A6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530CD-BC3F-1EA4-8FFA-6E54F18E6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FABE4-96E1-799E-C3E2-491F3BD70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B4DFE-7993-AD4D-BC4B-8EC1444FA5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8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BFA55A-0C75-003E-87EA-2EF038A4C621}"/>
              </a:ext>
            </a:extLst>
          </p:cNvPr>
          <p:cNvSpPr txBox="1"/>
          <p:nvPr/>
        </p:nvSpPr>
        <p:spPr>
          <a:xfrm>
            <a:off x="2546791" y="2228671"/>
            <a:ext cx="70984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b="1" dirty="0">
                <a:solidFill>
                  <a:srgbClr val="353831"/>
                </a:solidFill>
                <a:latin typeface="GILROY-LIGHT" pitchFamily="2" charset="0"/>
              </a:rPr>
              <a:t>Подводный мир</a:t>
            </a:r>
          </a:p>
        </p:txBody>
      </p:sp>
      <p:sp>
        <p:nvSpPr>
          <p:cNvPr id="9" name="Полилиния 8">
            <a:extLst>
              <a:ext uri="{FF2B5EF4-FFF2-40B4-BE49-F238E27FC236}">
                <a16:creationId xmlns:a16="http://schemas.microsoft.com/office/drawing/2014/main" id="{17EA28F7-1B6F-5A83-3DC7-81D18CDE8761}"/>
              </a:ext>
            </a:extLst>
          </p:cNvPr>
          <p:cNvSpPr/>
          <p:nvPr/>
        </p:nvSpPr>
        <p:spPr>
          <a:xfrm>
            <a:off x="10855569" y="181708"/>
            <a:ext cx="1135884" cy="271131"/>
          </a:xfrm>
          <a:custGeom>
            <a:avLst/>
            <a:gdLst>
              <a:gd name="csX0" fmla="*/ 0 w 1135884"/>
              <a:gd name="csY0" fmla="*/ 41030 h 271131"/>
              <a:gd name="csX1" fmla="*/ 152400 w 1135884"/>
              <a:gd name="csY1" fmla="*/ 0 h 271131"/>
              <a:gd name="csX2" fmla="*/ 703385 w 1135884"/>
              <a:gd name="csY2" fmla="*/ 17584 h 271131"/>
              <a:gd name="csX3" fmla="*/ 996462 w 1135884"/>
              <a:gd name="csY3" fmla="*/ 41030 h 271131"/>
              <a:gd name="csX4" fmla="*/ 1131277 w 1135884"/>
              <a:gd name="csY4" fmla="*/ 181707 h 271131"/>
              <a:gd name="csX5" fmla="*/ 1014046 w 1135884"/>
              <a:gd name="csY5" fmla="*/ 263769 h 271131"/>
              <a:gd name="csX6" fmla="*/ 222739 w 1135884"/>
              <a:gd name="csY6" fmla="*/ 257907 h 271131"/>
              <a:gd name="csX7" fmla="*/ 105508 w 1135884"/>
              <a:gd name="csY7" fmla="*/ 181707 h 271131"/>
              <a:gd name="csX8" fmla="*/ 0 w 1135884"/>
              <a:gd name="csY8" fmla="*/ 41030 h 271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35884" h="271131">
                <a:moveTo>
                  <a:pt x="0" y="41030"/>
                </a:moveTo>
                <a:cubicBezTo>
                  <a:pt x="17584" y="22469"/>
                  <a:pt x="35169" y="3908"/>
                  <a:pt x="152400" y="0"/>
                </a:cubicBezTo>
                <a:lnTo>
                  <a:pt x="703385" y="17584"/>
                </a:lnTo>
                <a:cubicBezTo>
                  <a:pt x="844062" y="24422"/>
                  <a:pt x="925147" y="13676"/>
                  <a:pt x="996462" y="41030"/>
                </a:cubicBezTo>
                <a:cubicBezTo>
                  <a:pt x="1067777" y="68384"/>
                  <a:pt x="1128346" y="144584"/>
                  <a:pt x="1131277" y="181707"/>
                </a:cubicBezTo>
                <a:cubicBezTo>
                  <a:pt x="1134208" y="218830"/>
                  <a:pt x="1165469" y="251069"/>
                  <a:pt x="1014046" y="263769"/>
                </a:cubicBezTo>
                <a:cubicBezTo>
                  <a:pt x="862623" y="276469"/>
                  <a:pt x="374162" y="271584"/>
                  <a:pt x="222739" y="257907"/>
                </a:cubicBezTo>
                <a:cubicBezTo>
                  <a:pt x="71316" y="244230"/>
                  <a:pt x="139700" y="213945"/>
                  <a:pt x="105508" y="181707"/>
                </a:cubicBezTo>
                <a:cubicBezTo>
                  <a:pt x="71316" y="149469"/>
                  <a:pt x="44450" y="106973"/>
                  <a:pt x="0" y="41030"/>
                </a:cubicBezTo>
                <a:close/>
              </a:path>
            </a:pathLst>
          </a:custGeom>
          <a:solidFill>
            <a:srgbClr val="F4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noFill/>
            </a:endParaRPr>
          </a:p>
        </p:txBody>
      </p:sp>
      <p:pic>
        <p:nvPicPr>
          <p:cNvPr id="8" name="лого">
            <a:extLst>
              <a:ext uri="{FF2B5EF4-FFF2-40B4-BE49-F238E27FC236}">
                <a16:creationId xmlns:a16="http://schemas.microsoft.com/office/drawing/2014/main" id="{16B32EBD-322B-177D-1A9B-8E0D46F27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235" y="140683"/>
            <a:ext cx="1274561" cy="3867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0C2B42-2548-0E4D-C61B-35DF6A94029E}"/>
              </a:ext>
            </a:extLst>
          </p:cNvPr>
          <p:cNvSpPr txBox="1"/>
          <p:nvPr/>
        </p:nvSpPr>
        <p:spPr>
          <a:xfrm>
            <a:off x="4234753" y="3255805"/>
            <a:ext cx="3722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rgbClr val="353831"/>
                </a:solidFill>
                <a:latin typeface="GILROY-LIGHT" pitchFamily="2" charset="0"/>
              </a:rPr>
              <a:t>универсальная игра</a:t>
            </a:r>
          </a:p>
        </p:txBody>
      </p:sp>
    </p:spTree>
    <p:extLst>
      <p:ext uri="{BB962C8B-B14F-4D97-AF65-F5344CB8AC3E}">
        <p14:creationId xmlns:p14="http://schemas.microsoft.com/office/powerpoint/2010/main" val="120648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лого">
            <a:extLst>
              <a:ext uri="{FF2B5EF4-FFF2-40B4-BE49-F238E27FC236}">
                <a16:creationId xmlns:a16="http://schemas.microsoft.com/office/drawing/2014/main" id="{E72ED126-FE53-6B3E-8ADB-423835A30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235" y="140683"/>
            <a:ext cx="1274561" cy="386716"/>
          </a:xfrm>
          <a:prstGeom prst="rect">
            <a:avLst/>
          </a:prstGeom>
        </p:spPr>
      </p:pic>
      <p:grpSp>
        <p:nvGrpSpPr>
          <p:cNvPr id="45" name="10">
            <a:extLst>
              <a:ext uri="{FF2B5EF4-FFF2-40B4-BE49-F238E27FC236}">
                <a16:creationId xmlns:a16="http://schemas.microsoft.com/office/drawing/2014/main" id="{5C4CBAB3-0480-58EB-D537-89318CBBA432}"/>
              </a:ext>
            </a:extLst>
          </p:cNvPr>
          <p:cNvGrpSpPr/>
          <p:nvPr/>
        </p:nvGrpSpPr>
        <p:grpSpPr>
          <a:xfrm>
            <a:off x="9154155" y="4476477"/>
            <a:ext cx="1245149" cy="1223493"/>
            <a:chOff x="9154155" y="4476477"/>
            <a:chExt cx="1245149" cy="1223493"/>
          </a:xfrm>
        </p:grpSpPr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F030E1B3-87A0-B61E-9FFE-82205DEB6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 rot="19575398">
              <a:off x="9154155" y="4476477"/>
              <a:ext cx="1245149" cy="1223493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E3FACE-42C5-D744-4730-C140BFB71BEF}"/>
                </a:ext>
              </a:extLst>
            </p:cNvPr>
            <p:cNvSpPr txBox="1"/>
            <p:nvPr/>
          </p:nvSpPr>
          <p:spPr>
            <a:xfrm>
              <a:off x="9394252" y="4903557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44" name="9">
            <a:extLst>
              <a:ext uri="{FF2B5EF4-FFF2-40B4-BE49-F238E27FC236}">
                <a16:creationId xmlns:a16="http://schemas.microsoft.com/office/drawing/2014/main" id="{9D223C1D-51F5-7CD1-D15B-93E7061DC60F}"/>
              </a:ext>
            </a:extLst>
          </p:cNvPr>
          <p:cNvGrpSpPr/>
          <p:nvPr/>
        </p:nvGrpSpPr>
        <p:grpSpPr>
          <a:xfrm>
            <a:off x="7210473" y="3401316"/>
            <a:ext cx="1616216" cy="1588107"/>
            <a:chOff x="7210473" y="3401316"/>
            <a:chExt cx="1616216" cy="1588107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2AF67349-71E5-69F5-FC30-8CAEEF93E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 rot="1311178">
              <a:off x="7210473" y="3401316"/>
              <a:ext cx="1616216" cy="158810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F462A4-FBE7-80FD-4BF7-318E3A6B33E6}"/>
                </a:ext>
              </a:extLst>
            </p:cNvPr>
            <p:cNvSpPr txBox="1"/>
            <p:nvPr/>
          </p:nvSpPr>
          <p:spPr>
            <a:xfrm>
              <a:off x="7636104" y="4010703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43" name="8">
            <a:extLst>
              <a:ext uri="{FF2B5EF4-FFF2-40B4-BE49-F238E27FC236}">
                <a16:creationId xmlns:a16="http://schemas.microsoft.com/office/drawing/2014/main" id="{6CC3E3E6-C1C3-45D6-DAB1-F15C599229EA}"/>
              </a:ext>
            </a:extLst>
          </p:cNvPr>
          <p:cNvGrpSpPr/>
          <p:nvPr/>
        </p:nvGrpSpPr>
        <p:grpSpPr>
          <a:xfrm>
            <a:off x="4929102" y="4436120"/>
            <a:ext cx="1146847" cy="1126901"/>
            <a:chOff x="4929102" y="4436120"/>
            <a:chExt cx="1146847" cy="1126901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A0436CC-D649-F8CE-2F5B-515ACE55B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 rot="1501086">
              <a:off x="4929102" y="4436120"/>
              <a:ext cx="1146847" cy="112690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CBE57C-9148-EDFF-CC12-C67FA919C364}"/>
                </a:ext>
              </a:extLst>
            </p:cNvPr>
            <p:cNvSpPr txBox="1"/>
            <p:nvPr/>
          </p:nvSpPr>
          <p:spPr>
            <a:xfrm>
              <a:off x="5120048" y="4808736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40" name="7">
            <a:extLst>
              <a:ext uri="{FF2B5EF4-FFF2-40B4-BE49-F238E27FC236}">
                <a16:creationId xmlns:a16="http://schemas.microsoft.com/office/drawing/2014/main" id="{88E9BB69-4541-5324-D11E-72BB067D18EA}"/>
              </a:ext>
            </a:extLst>
          </p:cNvPr>
          <p:cNvGrpSpPr/>
          <p:nvPr/>
        </p:nvGrpSpPr>
        <p:grpSpPr>
          <a:xfrm>
            <a:off x="9044833" y="2325844"/>
            <a:ext cx="1279333" cy="1257083"/>
            <a:chOff x="9044833" y="2325844"/>
            <a:chExt cx="1279333" cy="1257083"/>
          </a:xfrm>
        </p:grpSpPr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BD8AB7C8-3EB3-24DA-C736-206352BFD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 rot="1423107">
              <a:off x="9044833" y="2325844"/>
              <a:ext cx="1279333" cy="125708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83B77E-0B9D-F0D7-E77F-31E0DB81638F}"/>
                </a:ext>
              </a:extLst>
            </p:cNvPr>
            <p:cNvSpPr txBox="1"/>
            <p:nvPr/>
          </p:nvSpPr>
          <p:spPr>
            <a:xfrm>
              <a:off x="9302022" y="2751543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41" name="6">
            <a:extLst>
              <a:ext uri="{FF2B5EF4-FFF2-40B4-BE49-F238E27FC236}">
                <a16:creationId xmlns:a16="http://schemas.microsoft.com/office/drawing/2014/main" id="{3D0A2C7D-5C1C-58C1-76D1-55008F4F8BF3}"/>
              </a:ext>
            </a:extLst>
          </p:cNvPr>
          <p:cNvGrpSpPr/>
          <p:nvPr/>
        </p:nvGrpSpPr>
        <p:grpSpPr>
          <a:xfrm>
            <a:off x="5221155" y="2034167"/>
            <a:ext cx="1490979" cy="1465047"/>
            <a:chOff x="5221155" y="2034167"/>
            <a:chExt cx="1490979" cy="1465047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240BBAF4-3AB7-03C0-A652-22CD291DB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>
              <a:off x="5221155" y="2034167"/>
              <a:ext cx="1490979" cy="146504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8211D8-979A-1541-1FB4-80484C3FD8C2}"/>
                </a:ext>
              </a:extLst>
            </p:cNvPr>
            <p:cNvSpPr txBox="1"/>
            <p:nvPr/>
          </p:nvSpPr>
          <p:spPr>
            <a:xfrm>
              <a:off x="5584167" y="2582024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42" name="5">
            <a:extLst>
              <a:ext uri="{FF2B5EF4-FFF2-40B4-BE49-F238E27FC236}">
                <a16:creationId xmlns:a16="http://schemas.microsoft.com/office/drawing/2014/main" id="{2A0C79AB-2410-B779-910D-340A1F09BDE8}"/>
              </a:ext>
            </a:extLst>
          </p:cNvPr>
          <p:cNvGrpSpPr/>
          <p:nvPr/>
        </p:nvGrpSpPr>
        <p:grpSpPr>
          <a:xfrm>
            <a:off x="2971499" y="3627388"/>
            <a:ext cx="1303671" cy="1280997"/>
            <a:chOff x="2971499" y="3627388"/>
            <a:chExt cx="1303671" cy="1280997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FCAB18F9-BA46-ECFB-7247-75BBDD98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 rot="20111301">
              <a:off x="2971499" y="3627388"/>
              <a:ext cx="1303671" cy="1280997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F3C1A5-CE59-BF47-CBCD-DE3CB8C153D4}"/>
                </a:ext>
              </a:extLst>
            </p:cNvPr>
            <p:cNvSpPr txBox="1"/>
            <p:nvPr/>
          </p:nvSpPr>
          <p:spPr>
            <a:xfrm>
              <a:off x="3240857" y="4083220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39" name="4">
            <a:extLst>
              <a:ext uri="{FF2B5EF4-FFF2-40B4-BE49-F238E27FC236}">
                <a16:creationId xmlns:a16="http://schemas.microsoft.com/office/drawing/2014/main" id="{3E8C76ED-8455-10A7-0085-4637FEA9E2F6}"/>
              </a:ext>
            </a:extLst>
          </p:cNvPr>
          <p:cNvGrpSpPr/>
          <p:nvPr/>
        </p:nvGrpSpPr>
        <p:grpSpPr>
          <a:xfrm>
            <a:off x="9994007" y="640754"/>
            <a:ext cx="927278" cy="911151"/>
            <a:chOff x="9994007" y="640754"/>
            <a:chExt cx="927278" cy="911151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0FE3AC87-D7BB-EDAD-29DC-9C3A65557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>
              <a:off x="9994007" y="640754"/>
              <a:ext cx="927278" cy="91115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161860-53B6-426A-B8AD-2FFF3F88C3DC}"/>
                </a:ext>
              </a:extLst>
            </p:cNvPr>
            <p:cNvSpPr txBox="1"/>
            <p:nvPr/>
          </p:nvSpPr>
          <p:spPr>
            <a:xfrm>
              <a:off x="10075169" y="911663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38" name="3">
            <a:extLst>
              <a:ext uri="{FF2B5EF4-FFF2-40B4-BE49-F238E27FC236}">
                <a16:creationId xmlns:a16="http://schemas.microsoft.com/office/drawing/2014/main" id="{51DCB3D5-DFF5-8DBD-AC8B-C622AA110A7D}"/>
              </a:ext>
            </a:extLst>
          </p:cNvPr>
          <p:cNvGrpSpPr/>
          <p:nvPr/>
        </p:nvGrpSpPr>
        <p:grpSpPr>
          <a:xfrm>
            <a:off x="7182120" y="505406"/>
            <a:ext cx="1805558" cy="1774155"/>
            <a:chOff x="7182120" y="505406"/>
            <a:chExt cx="1805558" cy="1774155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B3BCC11C-9DB8-B193-7E19-009A0CD01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>
              <a:off x="7182120" y="505406"/>
              <a:ext cx="1805558" cy="177415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135FD0-4127-9D3F-14BB-46B6BEE1211D}"/>
                </a:ext>
              </a:extLst>
            </p:cNvPr>
            <p:cNvSpPr txBox="1"/>
            <p:nvPr/>
          </p:nvSpPr>
          <p:spPr>
            <a:xfrm>
              <a:off x="7702422" y="1207817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37" name="2">
            <a:extLst>
              <a:ext uri="{FF2B5EF4-FFF2-40B4-BE49-F238E27FC236}">
                <a16:creationId xmlns:a16="http://schemas.microsoft.com/office/drawing/2014/main" id="{FBF66176-C31B-8FE3-9D5A-18D22FDEA6A0}"/>
              </a:ext>
            </a:extLst>
          </p:cNvPr>
          <p:cNvGrpSpPr/>
          <p:nvPr/>
        </p:nvGrpSpPr>
        <p:grpSpPr>
          <a:xfrm>
            <a:off x="3929861" y="515488"/>
            <a:ext cx="1080020" cy="1061236"/>
            <a:chOff x="3927879" y="449772"/>
            <a:chExt cx="1080020" cy="1061236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A5587925-528E-5514-2E9F-11F184065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 rot="19275264">
              <a:off x="3927879" y="449772"/>
              <a:ext cx="1080020" cy="106123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374BF4-F263-8FA5-0610-971E66A0A967}"/>
                </a:ext>
              </a:extLst>
            </p:cNvPr>
            <p:cNvSpPr txBox="1"/>
            <p:nvPr/>
          </p:nvSpPr>
          <p:spPr>
            <a:xfrm>
              <a:off x="4085412" y="795724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grpSp>
        <p:nvGrpSpPr>
          <p:cNvPr id="36" name="1">
            <a:extLst>
              <a:ext uri="{FF2B5EF4-FFF2-40B4-BE49-F238E27FC236}">
                <a16:creationId xmlns:a16="http://schemas.microsoft.com/office/drawing/2014/main" id="{46A4F046-7902-9247-74E3-86B3FCB2E976}"/>
              </a:ext>
            </a:extLst>
          </p:cNvPr>
          <p:cNvGrpSpPr/>
          <p:nvPr/>
        </p:nvGrpSpPr>
        <p:grpSpPr>
          <a:xfrm>
            <a:off x="1629726" y="1449657"/>
            <a:ext cx="1856387" cy="1824100"/>
            <a:chOff x="1629726" y="1449657"/>
            <a:chExt cx="1856387" cy="1824100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51D113D8-67F3-FBB5-2E3A-97964F062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397" t="59141" r="6067" b="7643"/>
            <a:stretch>
              <a:fillRect/>
            </a:stretch>
          </p:blipFill>
          <p:spPr>
            <a:xfrm>
              <a:off x="1629726" y="1449657"/>
              <a:ext cx="1856387" cy="18241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ED2B2C-9BCE-56E2-6D86-A182D127DB63}"/>
                </a:ext>
              </a:extLst>
            </p:cNvPr>
            <p:cNvSpPr txBox="1"/>
            <p:nvPr/>
          </p:nvSpPr>
          <p:spPr>
            <a:xfrm>
              <a:off x="2175442" y="2177041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353831"/>
                  </a:solidFill>
                  <a:latin typeface="GILROY-LIGHT" pitchFamily="2" charset="0"/>
                </a:rPr>
                <a:t>текст</a:t>
              </a:r>
            </a:p>
          </p:txBody>
        </p:sp>
      </p:grpSp>
      <p:pic>
        <p:nvPicPr>
          <p:cNvPr id="34" name="осьминог">
            <a:extLst>
              <a:ext uri="{FF2B5EF4-FFF2-40B4-BE49-F238E27FC236}">
                <a16:creationId xmlns:a16="http://schemas.microsoft.com/office/drawing/2014/main" id="{87C2E65A-60A1-1074-B9E1-1EA2C6F804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294" r="54201" b="52264"/>
          <a:stretch>
            <a:fillRect/>
          </a:stretch>
        </p:blipFill>
        <p:spPr>
          <a:xfrm rot="752943" flipH="1">
            <a:off x="10637196" y="4842402"/>
            <a:ext cx="1310150" cy="1724458"/>
          </a:xfrm>
          <a:prstGeom prst="rect">
            <a:avLst/>
          </a:prstGeom>
        </p:spPr>
      </p:pic>
      <p:pic>
        <p:nvPicPr>
          <p:cNvPr id="35" name="звезда">
            <a:extLst>
              <a:ext uri="{FF2B5EF4-FFF2-40B4-BE49-F238E27FC236}">
                <a16:creationId xmlns:a16="http://schemas.microsoft.com/office/drawing/2014/main" id="{EE8073DD-EA54-1A59-D679-DA5400C7B0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006" t="37606" r="7588" b="37604"/>
          <a:stretch>
            <a:fillRect/>
          </a:stretch>
        </p:blipFill>
        <p:spPr>
          <a:xfrm rot="860686" flipH="1">
            <a:off x="486267" y="178612"/>
            <a:ext cx="1655777" cy="170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3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14</Words>
  <Application>Microsoft Macintosh PowerPoint</Application>
  <PresentationFormat>Широкоэкранный</PresentationFormat>
  <Paragraphs>12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Aptos Display</vt:lpstr>
      <vt:lpstr>GILROY-LIGHT</vt:lpstr>
      <vt:lpstr>Aptos</vt:lpstr>
      <vt:lpstr>Arial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e57714</dc:creator>
  <cp:lastModifiedBy>e57714</cp:lastModifiedBy>
  <cp:revision>4</cp:revision>
  <dcterms:created xsi:type="dcterms:W3CDTF">2026-06-22T12:41:22Z</dcterms:created>
  <dcterms:modified xsi:type="dcterms:W3CDTF">2026-06-22T13:30:48Z</dcterms:modified>
</cp:coreProperties>
</file>