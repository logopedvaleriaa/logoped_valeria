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wav" ContentType="audio/x-wav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TQ37G3is7r+XzLxleFu5zg==" hashData="EZj0XSlW0nDErr28hHrp4e36owhbsAffLatJsRmfijy7nJgJK3EftPLF6Qfq+MwEW1tKnB89LotnQOqPzkEvCg=="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3947"/>
  </p:normalViewPr>
  <p:slideViewPr>
    <p:cSldViewPr snapToGrid="0">
      <p:cViewPr varScale="1">
        <p:scale>
          <a:sx n="103" d="100"/>
          <a:sy n="103" d="100"/>
        </p:scale>
        <p:origin x="9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1C6A5C-0FFB-6945-AD1F-F7E090F24F4C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022B1F-7172-4F48-8C93-9263166EFD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7082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022B1F-7172-4F48-8C93-9263166EFDA1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0232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673928-9CD5-3793-4298-A934FC475D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3882A43-2CF9-BFA3-289A-7964F134F8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2AA923-B18F-7183-8DD5-FDE002639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930F6-52A8-CF43-B9CF-674C3D4FB561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A55F0A3-7883-728F-D77C-1C079319A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3C167F2-3DFA-18E8-3B82-AD52A420D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4145E-1E01-C247-A7E8-646E3EB3BE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4070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8A4810-30C2-97E4-B1ED-994F5203E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9BCD21-A0F7-89BD-33ED-7F700A9EB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0CD268B-9F17-EA44-416A-AEF27D8D9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930F6-52A8-CF43-B9CF-674C3D4FB561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F322B1A-AF69-9AF6-AF43-1B4952DE3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9961918-643E-42EB-137C-6370EDE0A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4145E-1E01-C247-A7E8-646E3EB3BE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0941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9FDEB9-804F-7527-2120-1D4C4B02F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40525F2-A47B-C2EE-0D74-E2B80176E2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350D73D-F82E-9A3D-AE15-0CA1D4DC2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930F6-52A8-CF43-B9CF-674C3D4FB561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79C7B73-BCA0-5ECC-DD8C-621D87411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ACEA66F-3975-E91D-D63B-88829ADBE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4145E-1E01-C247-A7E8-646E3EB3BE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8115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FA0D88-F1A5-769B-0837-BC66F52B0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532E7D4-BA65-110A-7FA0-A765CD9D1C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AB8CFD7-03E9-D361-6AFF-6C62DF297C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D07FD5A-23FC-2397-D0BB-2A8C008D9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930F6-52A8-CF43-B9CF-674C3D4FB561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3341E9E-560D-9DE0-11CA-8A3252E3E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936B449-F183-AE05-0FC2-E98DA2699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4145E-1E01-C247-A7E8-646E3EB3BE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9310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6B4693-96A4-8500-736A-43E7A5164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4BAEB74-5C05-8926-9671-9BFEDBFF2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0819715-57B0-6B48-C8E2-310C6C3DC8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3FE165A-663A-3342-8FFE-A9CA459337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D0D8815-0BE2-F921-25F6-8E0F207CF2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011A4EE-F9CE-1072-0356-52360BD39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930F6-52A8-CF43-B9CF-674C3D4FB561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9D1BE59-6457-4A93-4D93-181E81A4E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CF2B227-7541-0D06-3CA9-9133FEAAB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4145E-1E01-C247-A7E8-646E3EB3BE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9339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2BCF8C-F9DD-2265-29E6-E45A02B62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E4B5DEE-C668-3AAC-7A11-2CEB39945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930F6-52A8-CF43-B9CF-674C3D4FB561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84E24F3-126B-C594-DB7F-1362ACAB1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2CA56DF-DDD1-5B82-A14E-7A0C9106A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4145E-1E01-C247-A7E8-646E3EB3BE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3097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CB373C9-FD58-804C-9349-56068B287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930F6-52A8-CF43-B9CF-674C3D4FB561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CE1144F-0B10-3330-FB06-602870253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AB186B8-EEA3-FC12-513C-F29F84C88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4145E-1E01-C247-A7E8-646E3EB3BE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239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5B17F6-6122-E63B-B7FF-DAC71BDA8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7455150-3138-4B0A-CF12-FBE8F07A5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81D1B11-75B7-D5AA-F591-A66160CCC5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6C28E6B-1060-D3AB-0273-7ABB09BB0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930F6-52A8-CF43-B9CF-674C3D4FB561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214422C-B216-5CB9-4696-DC3C8D027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0665BF7-8F67-8B5A-5ED8-4379C200C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4145E-1E01-C247-A7E8-646E3EB3BE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3058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21FACA-B935-7DCE-1139-7DC8E1EB6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872886C-53BE-A943-998B-EB0FD34B41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2AD54AC-E7C4-54D4-D3A5-A479010B79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0562E34-D69A-9CB9-B3B8-AFBF91D00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930F6-52A8-CF43-B9CF-674C3D4FB561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6F381FB-5550-000E-E081-1F29302B2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9F3BBB0-B8DF-20CC-0A8D-1CBE535F6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4145E-1E01-C247-A7E8-646E3EB3BE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7864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EB4589-07EF-D064-B01D-A0BC723EA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93A446C-BC01-8CF2-D590-B08BC72125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B43EA12-A99C-EA84-7F8E-62A7007A6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930F6-52A8-CF43-B9CF-674C3D4FB561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72DB1B3-5B2D-34B3-80F3-DAB348A78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F5AF58B-8997-291E-C32A-2DABCD8DD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4145E-1E01-C247-A7E8-646E3EB3BE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6381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A4369F0-1851-12E7-B38E-6B17205ACB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1E69CA7-FB13-5800-4617-43C5DA08FC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FE0A650-08A7-08E6-D066-EF6AECF7D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930F6-52A8-CF43-B9CF-674C3D4FB561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3B731E5-0831-2F44-2CC2-8ECCE7535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08828D5-F421-F721-45F9-1710AB6B7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4145E-1E01-C247-A7E8-646E3EB3BE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3870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DF69AB-5CB3-2564-89DF-EF8730780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3BDCECC-D69E-696C-62D3-23C6DEFAED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169A733-D985-CA77-A67F-E568341DC5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3930F6-52A8-CF43-B9CF-674C3D4FB561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3D16730-49E9-F14C-7983-84EC67B2C8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3C5D78B-CF90-C464-36AD-DD54E0D5B5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A4145E-1E01-C247-A7E8-646E3EB3BE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2893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://https/vk.ru/logoped_valeriaa" TargetMode="External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4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3.png"/><Relationship Id="rId5" Type="http://schemas.openxmlformats.org/officeDocument/2006/relationships/audio" Target="../media/audio1.wav"/><Relationship Id="rId4" Type="http://schemas.openxmlformats.org/officeDocument/2006/relationships/image" Target="../media/image2.png"/><Relationship Id="rId9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4.png"/><Relationship Id="rId3" Type="http://schemas.microsoft.com/office/2007/relationships/media" Target="../media/media3.mp3"/><Relationship Id="rId7" Type="http://schemas.openxmlformats.org/officeDocument/2006/relationships/audio" Target="../media/audio1.wav"/><Relationship Id="rId12" Type="http://schemas.openxmlformats.org/officeDocument/2006/relationships/image" Target="../media/image9.png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6" Type="http://schemas.openxmlformats.org/officeDocument/2006/relationships/notesSlide" Target="../notesSlides/notesSlide1.xml"/><Relationship Id="rId11" Type="http://schemas.openxmlformats.org/officeDocument/2006/relationships/image" Target="../media/image8.png"/><Relationship Id="rId5" Type="http://schemas.openxmlformats.org/officeDocument/2006/relationships/slideLayout" Target="../slideLayouts/slideLayout7.xml"/><Relationship Id="rId15" Type="http://schemas.openxmlformats.org/officeDocument/2006/relationships/image" Target="../media/image5.png"/><Relationship Id="rId10" Type="http://schemas.openxmlformats.org/officeDocument/2006/relationships/image" Target="../media/image7.png"/><Relationship Id="rId4" Type="http://schemas.openxmlformats.org/officeDocument/2006/relationships/audio" Target="../media/media3.mp3"/><Relationship Id="rId9" Type="http://schemas.microsoft.com/office/2007/relationships/hdphoto" Target="../media/hdphoto1.wdp"/><Relationship Id="rId14" Type="http://schemas.openxmlformats.org/officeDocument/2006/relationships/hyperlink" Target="http://https/vk.ru/logoped_valeria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Сформированное изображение: Артикуляционная гимнастика в Minecraft мире">
            <a:hlinkClick r:id="" action="ppaction://hlinkshowjump?jump=nextslide">
              <a:snd r:embed="rId5" name="click.wav"/>
            </a:hlinkClick>
            <a:extLst>
              <a:ext uri="{FF2B5EF4-FFF2-40B4-BE49-F238E27FC236}">
                <a16:creationId xmlns:a16="http://schemas.microsoft.com/office/drawing/2014/main" id="{7FE1F096-F96B-57EA-7154-6FC957000089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85000"/>
          </a:blip>
          <a:srcRect l="35122" t="64086" r="35467" b="19317"/>
          <a:stretch>
            <a:fillRect/>
          </a:stretch>
        </p:blipFill>
        <p:spPr>
          <a:xfrm>
            <a:off x="4286085" y="4399104"/>
            <a:ext cx="3577756" cy="1135013"/>
          </a:xfrm>
          <a:prstGeom prst="rect">
            <a:avLst/>
          </a:prstGeom>
        </p:spPr>
      </p:pic>
      <p:pic>
        <p:nvPicPr>
          <p:cNvPr id="3" name="jg-032316-sfx-mouse-click">
            <a:hlinkClick r:id="" action="ppaction://media"/>
            <a:extLst>
              <a:ext uri="{FF2B5EF4-FFF2-40B4-BE49-F238E27FC236}">
                <a16:creationId xmlns:a16="http://schemas.microsoft.com/office/drawing/2014/main" id="{677393E1-C3E5-F252-6A94-28206AC8101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-14288" y="-970860"/>
            <a:ext cx="812800" cy="812800"/>
          </a:xfrm>
          <a:prstGeom prst="rect">
            <a:avLst/>
          </a:prstGeom>
        </p:spPr>
      </p:pic>
      <p:pic>
        <p:nvPicPr>
          <p:cNvPr id="5" name="Рисунок 4">
            <a:hlinkClick r:id="rId8"/>
            <a:extLst>
              <a:ext uri="{FF2B5EF4-FFF2-40B4-BE49-F238E27FC236}">
                <a16:creationId xmlns:a16="http://schemas.microsoft.com/office/drawing/2014/main" id="{CBCA34F5-3203-03CC-921A-6B9C9D2CABD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95000" y="0"/>
            <a:ext cx="1397000" cy="660205"/>
          </a:xfrm>
          <a:prstGeom prst="rect">
            <a:avLst/>
          </a:prstGeom>
          <a:effectLst>
            <a:glow rad="250618">
              <a:schemeClr val="bg1">
                <a:alpha val="71767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945429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lum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artisticBlur radius="4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E2BB70-8FDB-1729-3781-D06CAEDDB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16">
            <a:extLst>
              <a:ext uri="{FF2B5EF4-FFF2-40B4-BE49-F238E27FC236}">
                <a16:creationId xmlns:a16="http://schemas.microsoft.com/office/drawing/2014/main" id="{FE035AB6-92E9-520A-605C-9FD3CE62696A}"/>
              </a:ext>
            </a:extLst>
          </p:cNvPr>
          <p:cNvPicPr>
            <a:picLocks noChangeAspect="1"/>
          </p:cNvPicPr>
          <p:nvPr/>
        </p:nvPicPr>
        <p:blipFill>
          <a:blip r:embed="rId10">
            <a:grayscl/>
          </a:blip>
          <a:srcRect l="83467" t="55031" r="4803" b="23638"/>
          <a:stretch>
            <a:fillRect/>
          </a:stretch>
        </p:blipFill>
        <p:spPr>
          <a:xfrm>
            <a:off x="10291706" y="3632471"/>
            <a:ext cx="1016946" cy="1232797"/>
          </a:xfrm>
          <a:prstGeom prst="rect">
            <a:avLst/>
          </a:prstGeom>
        </p:spPr>
      </p:pic>
      <p:pic>
        <p:nvPicPr>
          <p:cNvPr id="145" name="1616">
            <a:extLst>
              <a:ext uri="{FF2B5EF4-FFF2-40B4-BE49-F238E27FC236}">
                <a16:creationId xmlns:a16="http://schemas.microsoft.com/office/drawing/2014/main" id="{2C7AED5F-BE8C-D5E6-2C85-26B5873F8840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83467" t="55031" r="4803" b="23638"/>
          <a:stretch>
            <a:fillRect/>
          </a:stretch>
        </p:blipFill>
        <p:spPr>
          <a:xfrm>
            <a:off x="10291706" y="3629902"/>
            <a:ext cx="1016946" cy="1232797"/>
          </a:xfrm>
          <a:prstGeom prst="rect">
            <a:avLst/>
          </a:prstGeom>
        </p:spPr>
      </p:pic>
      <p:pic>
        <p:nvPicPr>
          <p:cNvPr id="65" name="комар">
            <a:extLst>
              <a:ext uri="{FF2B5EF4-FFF2-40B4-BE49-F238E27FC236}">
                <a16:creationId xmlns:a16="http://schemas.microsoft.com/office/drawing/2014/main" id="{7289C24D-8418-7203-5CD7-89E1D193A438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83333" t="68223" r="-426" b="6455"/>
          <a:stretch>
            <a:fillRect/>
          </a:stretch>
        </p:blipFill>
        <p:spPr>
          <a:xfrm>
            <a:off x="10844613" y="4264551"/>
            <a:ext cx="620339" cy="612590"/>
          </a:xfrm>
          <a:prstGeom prst="rect">
            <a:avLst/>
          </a:prstGeom>
        </p:spPr>
      </p:pic>
      <p:pic>
        <p:nvPicPr>
          <p:cNvPr id="105" name="15">
            <a:extLst>
              <a:ext uri="{FF2B5EF4-FFF2-40B4-BE49-F238E27FC236}">
                <a16:creationId xmlns:a16="http://schemas.microsoft.com/office/drawing/2014/main" id="{379DA0E7-BC2B-9052-469C-5BEC1FAB6F6F}"/>
              </a:ext>
            </a:extLst>
          </p:cNvPr>
          <p:cNvPicPr>
            <a:picLocks noChangeAspect="1"/>
          </p:cNvPicPr>
          <p:nvPr/>
        </p:nvPicPr>
        <p:blipFill>
          <a:blip r:embed="rId10">
            <a:grayscl/>
          </a:blip>
          <a:srcRect l="41970" t="75495" r="43823" b="1026"/>
          <a:stretch>
            <a:fillRect/>
          </a:stretch>
        </p:blipFill>
        <p:spPr>
          <a:xfrm>
            <a:off x="8698445" y="3633880"/>
            <a:ext cx="1231734" cy="1356964"/>
          </a:xfrm>
          <a:prstGeom prst="rect">
            <a:avLst/>
          </a:prstGeom>
        </p:spPr>
      </p:pic>
      <p:pic>
        <p:nvPicPr>
          <p:cNvPr id="144" name="1515">
            <a:extLst>
              <a:ext uri="{FF2B5EF4-FFF2-40B4-BE49-F238E27FC236}">
                <a16:creationId xmlns:a16="http://schemas.microsoft.com/office/drawing/2014/main" id="{A8FEA6DD-21D9-C6CE-831A-F2905B7687B9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41970" t="75495" r="43823" b="1026"/>
          <a:stretch>
            <a:fillRect/>
          </a:stretch>
        </p:blipFill>
        <p:spPr>
          <a:xfrm>
            <a:off x="8698445" y="3631311"/>
            <a:ext cx="1231734" cy="1356964"/>
          </a:xfrm>
          <a:prstGeom prst="rect">
            <a:avLst/>
          </a:prstGeom>
        </p:spPr>
      </p:pic>
      <p:pic>
        <p:nvPicPr>
          <p:cNvPr id="64" name="гармошка">
            <a:extLst>
              <a:ext uri="{FF2B5EF4-FFF2-40B4-BE49-F238E27FC236}">
                <a16:creationId xmlns:a16="http://schemas.microsoft.com/office/drawing/2014/main" id="{7A43638A-8AB4-C6B8-4CF8-828A5F8CE4BC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63446" t="67655" r="16480" b="9073"/>
          <a:stretch>
            <a:fillRect/>
          </a:stretch>
        </p:blipFill>
        <p:spPr>
          <a:xfrm>
            <a:off x="9368239" y="4366155"/>
            <a:ext cx="728507" cy="562999"/>
          </a:xfrm>
          <a:prstGeom prst="rect">
            <a:avLst/>
          </a:prstGeom>
        </p:spPr>
      </p:pic>
      <p:pic>
        <p:nvPicPr>
          <p:cNvPr id="102" name="14">
            <a:extLst>
              <a:ext uri="{FF2B5EF4-FFF2-40B4-BE49-F238E27FC236}">
                <a16:creationId xmlns:a16="http://schemas.microsoft.com/office/drawing/2014/main" id="{31BED0C9-1D9D-8A4B-78D2-417CE96618B8}"/>
              </a:ext>
            </a:extLst>
          </p:cNvPr>
          <p:cNvPicPr>
            <a:picLocks noChangeAspect="1"/>
          </p:cNvPicPr>
          <p:nvPr/>
        </p:nvPicPr>
        <p:blipFill>
          <a:blip r:embed="rId10">
            <a:grayscl/>
          </a:blip>
          <a:srcRect l="62543" t="74148" r="23343" b="784"/>
          <a:stretch>
            <a:fillRect/>
          </a:stretch>
        </p:blipFill>
        <p:spPr>
          <a:xfrm>
            <a:off x="7341753" y="3587952"/>
            <a:ext cx="1223627" cy="1448820"/>
          </a:xfrm>
          <a:prstGeom prst="rect">
            <a:avLst/>
          </a:prstGeom>
        </p:spPr>
      </p:pic>
      <p:pic>
        <p:nvPicPr>
          <p:cNvPr id="143" name="1414">
            <a:extLst>
              <a:ext uri="{FF2B5EF4-FFF2-40B4-BE49-F238E27FC236}">
                <a16:creationId xmlns:a16="http://schemas.microsoft.com/office/drawing/2014/main" id="{496F41A2-A88D-7E9C-4724-0A7D25CC65E4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62543" t="74148" r="23343" b="784"/>
          <a:stretch>
            <a:fillRect/>
          </a:stretch>
        </p:blipFill>
        <p:spPr>
          <a:xfrm>
            <a:off x="7341753" y="3585383"/>
            <a:ext cx="1223627" cy="1448820"/>
          </a:xfrm>
          <a:prstGeom prst="rect">
            <a:avLst/>
          </a:prstGeom>
        </p:spPr>
      </p:pic>
      <p:pic>
        <p:nvPicPr>
          <p:cNvPr id="63" name="лошадь">
            <a:extLst>
              <a:ext uri="{FF2B5EF4-FFF2-40B4-BE49-F238E27FC236}">
                <a16:creationId xmlns:a16="http://schemas.microsoft.com/office/drawing/2014/main" id="{807BBDA4-F8FA-7B52-E349-E001E788079B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45812" t="61936" r="37095" b="5793"/>
          <a:stretch>
            <a:fillRect/>
          </a:stretch>
        </p:blipFill>
        <p:spPr>
          <a:xfrm>
            <a:off x="8034132" y="4326738"/>
            <a:ext cx="620338" cy="780725"/>
          </a:xfrm>
          <a:prstGeom prst="rect">
            <a:avLst/>
          </a:prstGeom>
        </p:spPr>
      </p:pic>
      <p:pic>
        <p:nvPicPr>
          <p:cNvPr id="95" name="13">
            <a:extLst>
              <a:ext uri="{FF2B5EF4-FFF2-40B4-BE49-F238E27FC236}">
                <a16:creationId xmlns:a16="http://schemas.microsoft.com/office/drawing/2014/main" id="{1C0619BE-1712-35B4-7348-AC41F0EAB2F1}"/>
              </a:ext>
            </a:extLst>
          </p:cNvPr>
          <p:cNvPicPr>
            <a:picLocks noChangeAspect="1"/>
          </p:cNvPicPr>
          <p:nvPr/>
        </p:nvPicPr>
        <p:blipFill>
          <a:blip r:embed="rId10">
            <a:grayscl/>
          </a:blip>
          <a:srcRect l="80808" r="5643" b="73403"/>
          <a:stretch>
            <a:fillRect/>
          </a:stretch>
        </p:blipFill>
        <p:spPr>
          <a:xfrm>
            <a:off x="6113498" y="3459302"/>
            <a:ext cx="1174609" cy="1537300"/>
          </a:xfrm>
          <a:prstGeom prst="rect">
            <a:avLst/>
          </a:prstGeom>
        </p:spPr>
      </p:pic>
      <p:pic>
        <p:nvPicPr>
          <p:cNvPr id="142" name="1313">
            <a:extLst>
              <a:ext uri="{FF2B5EF4-FFF2-40B4-BE49-F238E27FC236}">
                <a16:creationId xmlns:a16="http://schemas.microsoft.com/office/drawing/2014/main" id="{E6EA6562-9CF2-3A77-BA3E-988D47E0A06C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80808" r="5643" b="73403"/>
          <a:stretch>
            <a:fillRect/>
          </a:stretch>
        </p:blipFill>
        <p:spPr>
          <a:xfrm>
            <a:off x="6113498" y="3456733"/>
            <a:ext cx="1174609" cy="1537300"/>
          </a:xfrm>
          <a:prstGeom prst="rect">
            <a:avLst/>
          </a:prstGeom>
        </p:spPr>
      </p:pic>
      <p:pic>
        <p:nvPicPr>
          <p:cNvPr id="62" name="гриб">
            <a:extLst>
              <a:ext uri="{FF2B5EF4-FFF2-40B4-BE49-F238E27FC236}">
                <a16:creationId xmlns:a16="http://schemas.microsoft.com/office/drawing/2014/main" id="{9EE2A776-421B-E9E1-18D3-7CF508EC5443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32814" t="65068" r="53808" b="7000"/>
          <a:stretch>
            <a:fillRect/>
          </a:stretch>
        </p:blipFill>
        <p:spPr>
          <a:xfrm>
            <a:off x="6772202" y="4446820"/>
            <a:ext cx="485497" cy="675752"/>
          </a:xfrm>
          <a:prstGeom prst="rect">
            <a:avLst/>
          </a:prstGeom>
        </p:spPr>
      </p:pic>
      <p:pic>
        <p:nvPicPr>
          <p:cNvPr id="100" name="12">
            <a:extLst>
              <a:ext uri="{FF2B5EF4-FFF2-40B4-BE49-F238E27FC236}">
                <a16:creationId xmlns:a16="http://schemas.microsoft.com/office/drawing/2014/main" id="{50750C1C-0492-0E8A-251A-A4296AC9FEEB}"/>
              </a:ext>
            </a:extLst>
          </p:cNvPr>
          <p:cNvPicPr>
            <a:picLocks noChangeAspect="1"/>
          </p:cNvPicPr>
          <p:nvPr/>
        </p:nvPicPr>
        <p:blipFill>
          <a:blip r:embed="rId10">
            <a:grayscl/>
          </a:blip>
          <a:srcRect l="79690" t="26715" r="2257" b="44959"/>
          <a:stretch>
            <a:fillRect/>
          </a:stretch>
        </p:blipFill>
        <p:spPr>
          <a:xfrm>
            <a:off x="4573088" y="3386384"/>
            <a:ext cx="1565085" cy="1637076"/>
          </a:xfrm>
          <a:prstGeom prst="rect">
            <a:avLst/>
          </a:prstGeom>
        </p:spPr>
      </p:pic>
      <p:pic>
        <p:nvPicPr>
          <p:cNvPr id="141" name="1212">
            <a:extLst>
              <a:ext uri="{FF2B5EF4-FFF2-40B4-BE49-F238E27FC236}">
                <a16:creationId xmlns:a16="http://schemas.microsoft.com/office/drawing/2014/main" id="{4BB29FF1-F40C-0E75-CFFD-BCD1756EA879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79690" t="26715" r="2257" b="44959"/>
          <a:stretch>
            <a:fillRect/>
          </a:stretch>
        </p:blipFill>
        <p:spPr>
          <a:xfrm>
            <a:off x="4573088" y="3383815"/>
            <a:ext cx="1565085" cy="1637076"/>
          </a:xfrm>
          <a:prstGeom prst="rect">
            <a:avLst/>
          </a:prstGeom>
        </p:spPr>
      </p:pic>
      <p:pic>
        <p:nvPicPr>
          <p:cNvPr id="61" name="барабан">
            <a:extLst>
              <a:ext uri="{FF2B5EF4-FFF2-40B4-BE49-F238E27FC236}">
                <a16:creationId xmlns:a16="http://schemas.microsoft.com/office/drawing/2014/main" id="{9E6265D0-190F-8174-EE20-C9CB804FAD03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14140" t="63862" r="67708" b="8206"/>
          <a:stretch>
            <a:fillRect/>
          </a:stretch>
        </p:blipFill>
        <p:spPr>
          <a:xfrm>
            <a:off x="5501276" y="4347708"/>
            <a:ext cx="658701" cy="675752"/>
          </a:xfrm>
          <a:prstGeom prst="rect">
            <a:avLst/>
          </a:prstGeom>
        </p:spPr>
      </p:pic>
      <p:pic>
        <p:nvPicPr>
          <p:cNvPr id="92" name="11">
            <a:extLst>
              <a:ext uri="{FF2B5EF4-FFF2-40B4-BE49-F238E27FC236}">
                <a16:creationId xmlns:a16="http://schemas.microsoft.com/office/drawing/2014/main" id="{32A42DB5-418D-2362-324A-83C04144A997}"/>
              </a:ext>
            </a:extLst>
          </p:cNvPr>
          <p:cNvPicPr>
            <a:picLocks noChangeAspect="1"/>
          </p:cNvPicPr>
          <p:nvPr/>
        </p:nvPicPr>
        <p:blipFill>
          <a:blip r:embed="rId10">
            <a:grayscl/>
          </a:blip>
          <a:srcRect l="23387" t="192" r="61518" b="71483"/>
          <a:stretch>
            <a:fillRect/>
          </a:stretch>
        </p:blipFill>
        <p:spPr>
          <a:xfrm>
            <a:off x="3254156" y="3436268"/>
            <a:ext cx="1308661" cy="1637076"/>
          </a:xfrm>
          <a:prstGeom prst="rect">
            <a:avLst/>
          </a:prstGeom>
        </p:spPr>
      </p:pic>
      <p:pic>
        <p:nvPicPr>
          <p:cNvPr id="140" name="1111">
            <a:extLst>
              <a:ext uri="{FF2B5EF4-FFF2-40B4-BE49-F238E27FC236}">
                <a16:creationId xmlns:a16="http://schemas.microsoft.com/office/drawing/2014/main" id="{A79CC297-9903-4686-122C-75DBEDE6E282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23387" t="192" r="61518" b="71483"/>
          <a:stretch>
            <a:fillRect/>
          </a:stretch>
        </p:blipFill>
        <p:spPr>
          <a:xfrm>
            <a:off x="3254156" y="3433699"/>
            <a:ext cx="1308661" cy="1637076"/>
          </a:xfrm>
          <a:prstGeom prst="rect">
            <a:avLst/>
          </a:prstGeom>
        </p:spPr>
      </p:pic>
      <p:pic>
        <p:nvPicPr>
          <p:cNvPr id="60" name="лопата">
            <a:extLst>
              <a:ext uri="{FF2B5EF4-FFF2-40B4-BE49-F238E27FC236}">
                <a16:creationId xmlns:a16="http://schemas.microsoft.com/office/drawing/2014/main" id="{E5DB6DBA-CF4A-7F64-6017-A86FBCBE421D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-1803" t="63600" r="85301" b="8468"/>
          <a:stretch>
            <a:fillRect/>
          </a:stretch>
        </p:blipFill>
        <p:spPr>
          <a:xfrm>
            <a:off x="3974265" y="4385858"/>
            <a:ext cx="598823" cy="675752"/>
          </a:xfrm>
          <a:prstGeom prst="rect">
            <a:avLst/>
          </a:prstGeom>
        </p:spPr>
      </p:pic>
      <p:pic>
        <p:nvPicPr>
          <p:cNvPr id="103" name="10">
            <a:extLst>
              <a:ext uri="{FF2B5EF4-FFF2-40B4-BE49-F238E27FC236}">
                <a16:creationId xmlns:a16="http://schemas.microsoft.com/office/drawing/2014/main" id="{A9CAAC89-B6D4-C2E5-C7E6-B43EB06C3867}"/>
              </a:ext>
            </a:extLst>
          </p:cNvPr>
          <p:cNvPicPr>
            <a:picLocks noChangeAspect="1"/>
          </p:cNvPicPr>
          <p:nvPr/>
        </p:nvPicPr>
        <p:blipFill>
          <a:blip r:embed="rId10">
            <a:grayscl/>
          </a:blip>
          <a:srcRect l="4126" t="75690" r="81760" b="1490"/>
          <a:stretch>
            <a:fillRect/>
          </a:stretch>
        </p:blipFill>
        <p:spPr>
          <a:xfrm>
            <a:off x="1995116" y="3551577"/>
            <a:ext cx="1223627" cy="1318898"/>
          </a:xfrm>
          <a:prstGeom prst="rect">
            <a:avLst/>
          </a:prstGeom>
        </p:spPr>
      </p:pic>
      <p:pic>
        <p:nvPicPr>
          <p:cNvPr id="138" name="1010">
            <a:extLst>
              <a:ext uri="{FF2B5EF4-FFF2-40B4-BE49-F238E27FC236}">
                <a16:creationId xmlns:a16="http://schemas.microsoft.com/office/drawing/2014/main" id="{0EBCFC34-9D02-D529-7893-8A9722BBD5A8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4126" t="75690" r="81760" b="1490"/>
          <a:stretch>
            <a:fillRect/>
          </a:stretch>
        </p:blipFill>
        <p:spPr>
          <a:xfrm>
            <a:off x="1995116" y="3549008"/>
            <a:ext cx="1223627" cy="1318898"/>
          </a:xfrm>
          <a:prstGeom prst="rect">
            <a:avLst/>
          </a:prstGeom>
        </p:spPr>
      </p:pic>
      <p:pic>
        <p:nvPicPr>
          <p:cNvPr id="57" name="чашка">
            <a:extLst>
              <a:ext uri="{FF2B5EF4-FFF2-40B4-BE49-F238E27FC236}">
                <a16:creationId xmlns:a16="http://schemas.microsoft.com/office/drawing/2014/main" id="{B6979809-75FF-92A7-EBDB-D00B03D95E64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78239" t="36513" r="1627" b="35555"/>
          <a:stretch>
            <a:fillRect/>
          </a:stretch>
        </p:blipFill>
        <p:spPr>
          <a:xfrm>
            <a:off x="2622941" y="4195029"/>
            <a:ext cx="730612" cy="675752"/>
          </a:xfrm>
          <a:prstGeom prst="rect">
            <a:avLst/>
          </a:prstGeom>
        </p:spPr>
      </p:pic>
      <p:pic>
        <p:nvPicPr>
          <p:cNvPr id="99" name="9">
            <a:extLst>
              <a:ext uri="{FF2B5EF4-FFF2-40B4-BE49-F238E27FC236}">
                <a16:creationId xmlns:a16="http://schemas.microsoft.com/office/drawing/2014/main" id="{778C34D7-AF00-30E7-6491-43DBECD71E1A}"/>
              </a:ext>
            </a:extLst>
          </p:cNvPr>
          <p:cNvPicPr>
            <a:picLocks noChangeAspect="1"/>
          </p:cNvPicPr>
          <p:nvPr/>
        </p:nvPicPr>
        <p:blipFill>
          <a:blip r:embed="rId10">
            <a:grayscl/>
          </a:blip>
          <a:srcRect l="64616" t="26417" r="23654" b="43978"/>
          <a:stretch>
            <a:fillRect/>
          </a:stretch>
        </p:blipFill>
        <p:spPr>
          <a:xfrm>
            <a:off x="798512" y="3312472"/>
            <a:ext cx="1016946" cy="1710988"/>
          </a:xfrm>
          <a:prstGeom prst="rect">
            <a:avLst/>
          </a:prstGeom>
        </p:spPr>
      </p:pic>
      <p:pic>
        <p:nvPicPr>
          <p:cNvPr id="139" name="99">
            <a:extLst>
              <a:ext uri="{FF2B5EF4-FFF2-40B4-BE49-F238E27FC236}">
                <a16:creationId xmlns:a16="http://schemas.microsoft.com/office/drawing/2014/main" id="{A702A923-0F1F-982E-1DC5-453C5FCA1DB5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64616" t="26417" r="23654" b="43978"/>
          <a:stretch>
            <a:fillRect/>
          </a:stretch>
        </p:blipFill>
        <p:spPr>
          <a:xfrm>
            <a:off x="798512" y="3309903"/>
            <a:ext cx="1016946" cy="1710988"/>
          </a:xfrm>
          <a:prstGeom prst="rect">
            <a:avLst/>
          </a:prstGeom>
        </p:spPr>
      </p:pic>
      <p:pic>
        <p:nvPicPr>
          <p:cNvPr id="58" name="щетка">
            <a:extLst>
              <a:ext uri="{FF2B5EF4-FFF2-40B4-BE49-F238E27FC236}">
                <a16:creationId xmlns:a16="http://schemas.microsoft.com/office/drawing/2014/main" id="{09A3F3B1-9AA1-8839-0954-F2A64CDA7E25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58700" t="34453" r="24740" b="37615"/>
          <a:stretch>
            <a:fillRect/>
          </a:stretch>
        </p:blipFill>
        <p:spPr>
          <a:xfrm>
            <a:off x="1329377" y="4312944"/>
            <a:ext cx="600920" cy="675752"/>
          </a:xfrm>
          <a:prstGeom prst="rect">
            <a:avLst/>
          </a:prstGeom>
        </p:spPr>
      </p:pic>
      <p:pic>
        <p:nvPicPr>
          <p:cNvPr id="98" name="8">
            <a:extLst>
              <a:ext uri="{FF2B5EF4-FFF2-40B4-BE49-F238E27FC236}">
                <a16:creationId xmlns:a16="http://schemas.microsoft.com/office/drawing/2014/main" id="{E42373C5-7E04-AC17-145B-D14400ED3093}"/>
              </a:ext>
            </a:extLst>
          </p:cNvPr>
          <p:cNvPicPr>
            <a:picLocks noChangeAspect="1"/>
          </p:cNvPicPr>
          <p:nvPr/>
        </p:nvPicPr>
        <p:blipFill>
          <a:blip r:embed="rId10">
            <a:grayscl/>
          </a:blip>
          <a:srcRect l="39137" t="31553" r="39840" b="47116"/>
          <a:stretch>
            <a:fillRect/>
          </a:stretch>
        </p:blipFill>
        <p:spPr>
          <a:xfrm>
            <a:off x="9832824" y="1515304"/>
            <a:ext cx="1761041" cy="1191167"/>
          </a:xfrm>
          <a:prstGeom prst="rect">
            <a:avLst/>
          </a:prstGeom>
        </p:spPr>
      </p:pic>
      <p:pic>
        <p:nvPicPr>
          <p:cNvPr id="137" name="88">
            <a:extLst>
              <a:ext uri="{FF2B5EF4-FFF2-40B4-BE49-F238E27FC236}">
                <a16:creationId xmlns:a16="http://schemas.microsoft.com/office/drawing/2014/main" id="{5CF5DACD-E69E-EA7C-AD67-35ED08C42A2F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39137" t="31553" r="39840" b="47116"/>
          <a:stretch>
            <a:fillRect/>
          </a:stretch>
        </p:blipFill>
        <p:spPr>
          <a:xfrm>
            <a:off x="9831563" y="1511398"/>
            <a:ext cx="1761041" cy="1191167"/>
          </a:xfrm>
          <a:prstGeom prst="rect">
            <a:avLst/>
          </a:prstGeom>
        </p:spPr>
      </p:pic>
      <p:pic>
        <p:nvPicPr>
          <p:cNvPr id="56" name="часы">
            <a:extLst>
              <a:ext uri="{FF2B5EF4-FFF2-40B4-BE49-F238E27FC236}">
                <a16:creationId xmlns:a16="http://schemas.microsoft.com/office/drawing/2014/main" id="{94B86458-42A8-6C8D-DD96-D78869DB51EA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40563" t="33417" r="42877" b="38651"/>
          <a:stretch>
            <a:fillRect/>
          </a:stretch>
        </p:blipFill>
        <p:spPr>
          <a:xfrm>
            <a:off x="11013039" y="2081969"/>
            <a:ext cx="580628" cy="652933"/>
          </a:xfrm>
          <a:prstGeom prst="rect">
            <a:avLst/>
          </a:prstGeom>
        </p:spPr>
      </p:pic>
      <p:pic>
        <p:nvPicPr>
          <p:cNvPr id="97" name="7">
            <a:extLst>
              <a:ext uri="{FF2B5EF4-FFF2-40B4-BE49-F238E27FC236}">
                <a16:creationId xmlns:a16="http://schemas.microsoft.com/office/drawing/2014/main" id="{7F8A8596-7EF8-829C-8D51-EA5013B13B71}"/>
              </a:ext>
            </a:extLst>
          </p:cNvPr>
          <p:cNvPicPr>
            <a:picLocks noChangeAspect="1"/>
          </p:cNvPicPr>
          <p:nvPr/>
        </p:nvPicPr>
        <p:blipFill>
          <a:blip r:embed="rId10">
            <a:grayscl/>
          </a:blip>
          <a:srcRect l="22594" t="28325" r="62311" b="43350"/>
          <a:stretch>
            <a:fillRect/>
          </a:stretch>
        </p:blipFill>
        <p:spPr>
          <a:xfrm>
            <a:off x="8822822" y="1244796"/>
            <a:ext cx="1264469" cy="1581794"/>
          </a:xfrm>
          <a:prstGeom prst="rect">
            <a:avLst/>
          </a:prstGeom>
        </p:spPr>
      </p:pic>
      <p:pic>
        <p:nvPicPr>
          <p:cNvPr id="136" name="77">
            <a:extLst>
              <a:ext uri="{FF2B5EF4-FFF2-40B4-BE49-F238E27FC236}">
                <a16:creationId xmlns:a16="http://schemas.microsoft.com/office/drawing/2014/main" id="{05FA16DB-E4C6-EDF6-B243-00ACA9556398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22594" t="28325" r="62311" b="43350"/>
          <a:stretch>
            <a:fillRect/>
          </a:stretch>
        </p:blipFill>
        <p:spPr>
          <a:xfrm>
            <a:off x="8824611" y="1253966"/>
            <a:ext cx="1264469" cy="1581794"/>
          </a:xfrm>
          <a:prstGeom prst="rect">
            <a:avLst/>
          </a:prstGeom>
        </p:spPr>
      </p:pic>
      <p:pic>
        <p:nvPicPr>
          <p:cNvPr id="55" name="варенье">
            <a:extLst>
              <a:ext uri="{FF2B5EF4-FFF2-40B4-BE49-F238E27FC236}">
                <a16:creationId xmlns:a16="http://schemas.microsoft.com/office/drawing/2014/main" id="{6BA40925-7918-4E42-56AC-26FBFC01EACF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24678" t="34287" r="61089" b="39115"/>
          <a:stretch>
            <a:fillRect/>
          </a:stretch>
        </p:blipFill>
        <p:spPr>
          <a:xfrm>
            <a:off x="9415365" y="2155921"/>
            <a:ext cx="499037" cy="621751"/>
          </a:xfrm>
          <a:prstGeom prst="rect">
            <a:avLst/>
          </a:prstGeom>
        </p:spPr>
      </p:pic>
      <p:pic>
        <p:nvPicPr>
          <p:cNvPr id="96" name="6">
            <a:extLst>
              <a:ext uri="{FF2B5EF4-FFF2-40B4-BE49-F238E27FC236}">
                <a16:creationId xmlns:a16="http://schemas.microsoft.com/office/drawing/2014/main" id="{295E63D3-DC6E-293B-73B2-CC471DA9D040}"/>
              </a:ext>
            </a:extLst>
          </p:cNvPr>
          <p:cNvPicPr>
            <a:picLocks noChangeAspect="1"/>
          </p:cNvPicPr>
          <p:nvPr/>
        </p:nvPicPr>
        <p:blipFill>
          <a:blip r:embed="rId10">
            <a:grayscl/>
          </a:blip>
          <a:srcRect l="3361" t="29102" r="81544" b="45258"/>
          <a:stretch>
            <a:fillRect/>
          </a:stretch>
        </p:blipFill>
        <p:spPr>
          <a:xfrm>
            <a:off x="7449071" y="1342294"/>
            <a:ext cx="1264469" cy="1431827"/>
          </a:xfrm>
          <a:prstGeom prst="rect">
            <a:avLst/>
          </a:prstGeom>
        </p:spPr>
      </p:pic>
      <p:pic>
        <p:nvPicPr>
          <p:cNvPr id="135" name="66">
            <a:extLst>
              <a:ext uri="{FF2B5EF4-FFF2-40B4-BE49-F238E27FC236}">
                <a16:creationId xmlns:a16="http://schemas.microsoft.com/office/drawing/2014/main" id="{1FB2F22A-8A7B-16EA-9B80-2ED53E39BA4C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3361" t="29102" r="81544" b="45258"/>
          <a:stretch>
            <a:fillRect/>
          </a:stretch>
        </p:blipFill>
        <p:spPr>
          <a:xfrm>
            <a:off x="7443154" y="1347840"/>
            <a:ext cx="1264469" cy="1431827"/>
          </a:xfrm>
          <a:prstGeom prst="rect">
            <a:avLst/>
          </a:prstGeom>
        </p:spPr>
      </p:pic>
      <p:pic>
        <p:nvPicPr>
          <p:cNvPr id="54" name="качели">
            <a:extLst>
              <a:ext uri="{FF2B5EF4-FFF2-40B4-BE49-F238E27FC236}">
                <a16:creationId xmlns:a16="http://schemas.microsoft.com/office/drawing/2014/main" id="{EEBDF056-671E-D7A2-9B31-8D523EDE39BD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-799" t="30923" r="76255" b="36806"/>
          <a:stretch>
            <a:fillRect/>
          </a:stretch>
        </p:blipFill>
        <p:spPr>
          <a:xfrm>
            <a:off x="7950391" y="2067281"/>
            <a:ext cx="860574" cy="754362"/>
          </a:xfrm>
          <a:prstGeom prst="rect">
            <a:avLst/>
          </a:prstGeom>
        </p:spPr>
      </p:pic>
      <p:pic>
        <p:nvPicPr>
          <p:cNvPr id="106" name="5">
            <a:extLst>
              <a:ext uri="{FF2B5EF4-FFF2-40B4-BE49-F238E27FC236}">
                <a16:creationId xmlns:a16="http://schemas.microsoft.com/office/drawing/2014/main" id="{57549D6E-DFF7-446A-01D9-C0C415070F0F}"/>
              </a:ext>
            </a:extLst>
          </p:cNvPr>
          <p:cNvPicPr>
            <a:picLocks noChangeAspect="1"/>
          </p:cNvPicPr>
          <p:nvPr/>
        </p:nvPicPr>
        <p:blipFill>
          <a:blip r:embed="rId10">
            <a:grayscl/>
          </a:blip>
          <a:srcRect l="22738" t="76443" r="63055" b="78"/>
          <a:stretch>
            <a:fillRect/>
          </a:stretch>
        </p:blipFill>
        <p:spPr>
          <a:xfrm>
            <a:off x="5998844" y="1372141"/>
            <a:ext cx="1190140" cy="1311141"/>
          </a:xfrm>
          <a:prstGeom prst="rect">
            <a:avLst/>
          </a:prstGeom>
        </p:spPr>
      </p:pic>
      <p:pic>
        <p:nvPicPr>
          <p:cNvPr id="134" name="55">
            <a:extLst>
              <a:ext uri="{FF2B5EF4-FFF2-40B4-BE49-F238E27FC236}">
                <a16:creationId xmlns:a16="http://schemas.microsoft.com/office/drawing/2014/main" id="{29C8FC5E-EFC2-940B-9675-9E4EED677815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22738" t="76443" r="63055" b="78"/>
          <a:stretch>
            <a:fillRect/>
          </a:stretch>
        </p:blipFill>
        <p:spPr>
          <a:xfrm>
            <a:off x="5993783" y="1369257"/>
            <a:ext cx="1190140" cy="1311141"/>
          </a:xfrm>
          <a:prstGeom prst="rect">
            <a:avLst/>
          </a:prstGeom>
        </p:spPr>
      </p:pic>
      <p:pic>
        <p:nvPicPr>
          <p:cNvPr id="53" name="парус">
            <a:extLst>
              <a:ext uri="{FF2B5EF4-FFF2-40B4-BE49-F238E27FC236}">
                <a16:creationId xmlns:a16="http://schemas.microsoft.com/office/drawing/2014/main" id="{D6B61F10-65A2-2483-DB82-0B96CE77B43B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78216" t="-220" r="852" b="65054"/>
          <a:stretch>
            <a:fillRect/>
          </a:stretch>
        </p:blipFill>
        <p:spPr>
          <a:xfrm>
            <a:off x="6617585" y="1901386"/>
            <a:ext cx="733944" cy="822026"/>
          </a:xfrm>
          <a:prstGeom prst="rect">
            <a:avLst/>
          </a:prstGeom>
        </p:spPr>
      </p:pic>
      <p:pic>
        <p:nvPicPr>
          <p:cNvPr id="101" name="4">
            <a:extLst>
              <a:ext uri="{FF2B5EF4-FFF2-40B4-BE49-F238E27FC236}">
                <a16:creationId xmlns:a16="http://schemas.microsoft.com/office/drawing/2014/main" id="{395F0AE0-449E-A840-7BE2-49716702B937}"/>
              </a:ext>
            </a:extLst>
          </p:cNvPr>
          <p:cNvPicPr>
            <a:picLocks noChangeAspect="1"/>
          </p:cNvPicPr>
          <p:nvPr/>
        </p:nvPicPr>
        <p:blipFill>
          <a:blip r:embed="rId10">
            <a:grayscl/>
          </a:blip>
          <a:srcRect l="3533" t="55717" r="82353" b="24845"/>
          <a:stretch>
            <a:fillRect/>
          </a:stretch>
        </p:blipFill>
        <p:spPr>
          <a:xfrm>
            <a:off x="4704158" y="1448046"/>
            <a:ext cx="1182307" cy="1085475"/>
          </a:xfrm>
          <a:prstGeom prst="rect">
            <a:avLst/>
          </a:prstGeom>
        </p:spPr>
      </p:pic>
      <p:pic>
        <p:nvPicPr>
          <p:cNvPr id="133" name="44">
            <a:extLst>
              <a:ext uri="{FF2B5EF4-FFF2-40B4-BE49-F238E27FC236}">
                <a16:creationId xmlns:a16="http://schemas.microsoft.com/office/drawing/2014/main" id="{A82D0923-120A-4D3F-EBD0-1F225A713305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3533" t="55717" r="82353" b="24845"/>
          <a:stretch>
            <a:fillRect/>
          </a:stretch>
        </p:blipFill>
        <p:spPr>
          <a:xfrm>
            <a:off x="4704158" y="1446264"/>
            <a:ext cx="1182307" cy="1085475"/>
          </a:xfrm>
          <a:prstGeom prst="rect">
            <a:avLst/>
          </a:prstGeom>
        </p:spPr>
      </p:pic>
      <p:pic>
        <p:nvPicPr>
          <p:cNvPr id="52" name="палитра">
            <a:extLst>
              <a:ext uri="{FF2B5EF4-FFF2-40B4-BE49-F238E27FC236}">
                <a16:creationId xmlns:a16="http://schemas.microsoft.com/office/drawing/2014/main" id="{1A01019D-1CE6-8ADB-E58C-C150BC6C0B04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56663" t="3094" r="22314" b="67502"/>
          <a:stretch>
            <a:fillRect/>
          </a:stretch>
        </p:blipFill>
        <p:spPr>
          <a:xfrm>
            <a:off x="5180654" y="1982046"/>
            <a:ext cx="737134" cy="687310"/>
          </a:xfrm>
          <a:prstGeom prst="rect">
            <a:avLst/>
          </a:prstGeom>
        </p:spPr>
      </p:pic>
      <p:pic>
        <p:nvPicPr>
          <p:cNvPr id="93" name="3">
            <a:extLst>
              <a:ext uri="{FF2B5EF4-FFF2-40B4-BE49-F238E27FC236}">
                <a16:creationId xmlns:a16="http://schemas.microsoft.com/office/drawing/2014/main" id="{14F28E0A-D757-4B7B-0B61-EF6051C1C723}"/>
              </a:ext>
            </a:extLst>
          </p:cNvPr>
          <p:cNvPicPr>
            <a:picLocks noChangeAspect="1"/>
          </p:cNvPicPr>
          <p:nvPr/>
        </p:nvPicPr>
        <p:blipFill>
          <a:blip r:embed="rId10">
            <a:grayscl/>
          </a:blip>
          <a:srcRect l="42236" t="1343" r="41262" b="70141"/>
          <a:stretch>
            <a:fillRect/>
          </a:stretch>
        </p:blipFill>
        <p:spPr>
          <a:xfrm>
            <a:off x="3175873" y="1244796"/>
            <a:ext cx="1382300" cy="1592506"/>
          </a:xfrm>
          <a:prstGeom prst="rect">
            <a:avLst/>
          </a:prstGeom>
        </p:spPr>
      </p:pic>
      <p:pic>
        <p:nvPicPr>
          <p:cNvPr id="132" name="33">
            <a:extLst>
              <a:ext uri="{FF2B5EF4-FFF2-40B4-BE49-F238E27FC236}">
                <a16:creationId xmlns:a16="http://schemas.microsoft.com/office/drawing/2014/main" id="{794699C8-BFC4-C54D-D886-FD4359455D4D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42236" t="1343" r="41262" b="70141"/>
          <a:stretch>
            <a:fillRect/>
          </a:stretch>
        </p:blipFill>
        <p:spPr>
          <a:xfrm>
            <a:off x="3175873" y="1239440"/>
            <a:ext cx="1382300" cy="1592506"/>
          </a:xfrm>
          <a:prstGeom prst="rect">
            <a:avLst/>
          </a:prstGeom>
        </p:spPr>
      </p:pic>
      <p:pic>
        <p:nvPicPr>
          <p:cNvPr id="51" name="слон">
            <a:extLst>
              <a:ext uri="{FF2B5EF4-FFF2-40B4-BE49-F238E27FC236}">
                <a16:creationId xmlns:a16="http://schemas.microsoft.com/office/drawing/2014/main" id="{6610FDD3-2CC7-36E7-3E3C-223070ACDC34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38305" t="909" r="42268" b="67281"/>
          <a:stretch>
            <a:fillRect/>
          </a:stretch>
        </p:blipFill>
        <p:spPr>
          <a:xfrm>
            <a:off x="3827027" y="2083031"/>
            <a:ext cx="681161" cy="743560"/>
          </a:xfrm>
          <a:prstGeom prst="rect">
            <a:avLst/>
          </a:prstGeom>
        </p:spPr>
      </p:pic>
      <p:pic>
        <p:nvPicPr>
          <p:cNvPr id="94" name="2">
            <a:extLst>
              <a:ext uri="{FF2B5EF4-FFF2-40B4-BE49-F238E27FC236}">
                <a16:creationId xmlns:a16="http://schemas.microsoft.com/office/drawing/2014/main" id="{DB4F8302-8534-7821-E30A-06CD0FF60229}"/>
              </a:ext>
            </a:extLst>
          </p:cNvPr>
          <p:cNvPicPr>
            <a:picLocks noChangeAspect="1"/>
          </p:cNvPicPr>
          <p:nvPr/>
        </p:nvPicPr>
        <p:blipFill>
          <a:blip r:embed="rId10">
            <a:grayscl/>
          </a:blip>
          <a:srcRect l="64629" r="24508" b="73403"/>
          <a:stretch>
            <a:fillRect/>
          </a:stretch>
        </p:blipFill>
        <p:spPr>
          <a:xfrm>
            <a:off x="2180385" y="1247010"/>
            <a:ext cx="909935" cy="1485386"/>
          </a:xfrm>
          <a:prstGeom prst="rect">
            <a:avLst/>
          </a:prstGeom>
        </p:spPr>
      </p:pic>
      <p:pic>
        <p:nvPicPr>
          <p:cNvPr id="131" name="22">
            <a:extLst>
              <a:ext uri="{FF2B5EF4-FFF2-40B4-BE49-F238E27FC236}">
                <a16:creationId xmlns:a16="http://schemas.microsoft.com/office/drawing/2014/main" id="{08610507-7891-F51A-54E3-6CA4FA5139AA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64629" r="24508" b="73403"/>
          <a:stretch>
            <a:fillRect/>
          </a:stretch>
        </p:blipFill>
        <p:spPr>
          <a:xfrm>
            <a:off x="2180384" y="1247010"/>
            <a:ext cx="909935" cy="1485386"/>
          </a:xfrm>
          <a:prstGeom prst="rect">
            <a:avLst/>
          </a:prstGeom>
        </p:spPr>
      </p:pic>
      <p:pic>
        <p:nvPicPr>
          <p:cNvPr id="50" name="забор">
            <a:extLst>
              <a:ext uri="{FF2B5EF4-FFF2-40B4-BE49-F238E27FC236}">
                <a16:creationId xmlns:a16="http://schemas.microsoft.com/office/drawing/2014/main" id="{870AEB8A-E0BF-47E9-073E-06A5227CB215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20564" t="4068" r="62058" b="68935"/>
          <a:stretch>
            <a:fillRect/>
          </a:stretch>
        </p:blipFill>
        <p:spPr>
          <a:xfrm>
            <a:off x="2550616" y="2206904"/>
            <a:ext cx="609320" cy="631058"/>
          </a:xfrm>
          <a:prstGeom prst="rect">
            <a:avLst/>
          </a:prstGeom>
        </p:spPr>
      </p:pic>
      <p:pic>
        <p:nvPicPr>
          <p:cNvPr id="91" name="1">
            <a:extLst>
              <a:ext uri="{FF2B5EF4-FFF2-40B4-BE49-F238E27FC236}">
                <a16:creationId xmlns:a16="http://schemas.microsoft.com/office/drawing/2014/main" id="{3D0D8815-7703-2395-734F-5D4D924CC5DE}"/>
              </a:ext>
            </a:extLst>
          </p:cNvPr>
          <p:cNvPicPr>
            <a:picLocks noChangeAspect="1"/>
          </p:cNvPicPr>
          <p:nvPr/>
        </p:nvPicPr>
        <p:blipFill>
          <a:blip r:embed="rId10">
            <a:grayscl/>
          </a:blip>
          <a:srcRect l="4589" r="80316" b="71675"/>
          <a:stretch>
            <a:fillRect/>
          </a:stretch>
        </p:blipFill>
        <p:spPr>
          <a:xfrm>
            <a:off x="618935" y="1255507"/>
            <a:ext cx="1264469" cy="1581795"/>
          </a:xfrm>
          <a:prstGeom prst="rect">
            <a:avLst/>
          </a:prstGeom>
        </p:spPr>
      </p:pic>
      <p:pic>
        <p:nvPicPr>
          <p:cNvPr id="146" name="111">
            <a:extLst>
              <a:ext uri="{FF2B5EF4-FFF2-40B4-BE49-F238E27FC236}">
                <a16:creationId xmlns:a16="http://schemas.microsoft.com/office/drawing/2014/main" id="{095389D0-EB98-12CE-B5E3-C0476714BB3E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4589" r="80316" b="71675"/>
          <a:stretch>
            <a:fillRect/>
          </a:stretch>
        </p:blipFill>
        <p:spPr>
          <a:xfrm>
            <a:off x="618934" y="1253966"/>
            <a:ext cx="1264469" cy="1581795"/>
          </a:xfrm>
          <a:prstGeom prst="rect">
            <a:avLst/>
          </a:prstGeom>
        </p:spPr>
      </p:pic>
      <p:pic>
        <p:nvPicPr>
          <p:cNvPr id="10" name="лягушка">
            <a:extLst>
              <a:ext uri="{FF2B5EF4-FFF2-40B4-BE49-F238E27FC236}">
                <a16:creationId xmlns:a16="http://schemas.microsoft.com/office/drawing/2014/main" id="{3D799963-EDDE-98F1-98E0-6886B8E85596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-239" t="3585" r="79307" b="68090"/>
          <a:stretch>
            <a:fillRect/>
          </a:stretch>
        </p:blipFill>
        <p:spPr>
          <a:xfrm>
            <a:off x="1220427" y="2188952"/>
            <a:ext cx="733943" cy="662106"/>
          </a:xfrm>
          <a:prstGeom prst="rect">
            <a:avLst/>
          </a:prstGeom>
        </p:spPr>
      </p:pic>
      <p:pic>
        <p:nvPicPr>
          <p:cNvPr id="82" name="Рисунок 81">
            <a:extLst>
              <a:ext uri="{FF2B5EF4-FFF2-40B4-BE49-F238E27FC236}">
                <a16:creationId xmlns:a16="http://schemas.microsoft.com/office/drawing/2014/main" id="{23D494C2-D7E2-1D05-365F-EA21F91AE908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t="12450" r="54351" b="78960"/>
          <a:stretch>
            <a:fillRect/>
          </a:stretch>
        </p:blipFill>
        <p:spPr>
          <a:xfrm>
            <a:off x="8426527" y="6270769"/>
            <a:ext cx="3548017" cy="445091"/>
          </a:xfrm>
          <a:prstGeom prst="rect">
            <a:avLst/>
          </a:prstGeom>
        </p:spPr>
      </p:pic>
      <p:pic>
        <p:nvPicPr>
          <p:cNvPr id="154" name="Рисунок 153">
            <a:extLst>
              <a:ext uri="{FF2B5EF4-FFF2-40B4-BE49-F238E27FC236}">
                <a16:creationId xmlns:a16="http://schemas.microsoft.com/office/drawing/2014/main" id="{B882FB5D-E8C1-F3D9-AD30-F987944120D9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19193" t="12450" r="54351" b="78960"/>
          <a:stretch>
            <a:fillRect/>
          </a:stretch>
        </p:blipFill>
        <p:spPr>
          <a:xfrm>
            <a:off x="6627110" y="6270769"/>
            <a:ext cx="2056280" cy="445091"/>
          </a:xfrm>
          <a:prstGeom prst="rect">
            <a:avLst/>
          </a:prstGeom>
        </p:spPr>
      </p:pic>
      <p:pic>
        <p:nvPicPr>
          <p:cNvPr id="155" name="с1">
            <a:extLst>
              <a:ext uri="{FF2B5EF4-FFF2-40B4-BE49-F238E27FC236}">
                <a16:creationId xmlns:a16="http://schemas.microsoft.com/office/drawing/2014/main" id="{A4D6E498-0F5C-2FE7-AC89-B794DF702EB9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19193" t="2048" r="76389" b="87680"/>
          <a:stretch>
            <a:fillRect/>
          </a:stretch>
        </p:blipFill>
        <p:spPr>
          <a:xfrm>
            <a:off x="6627110" y="6194675"/>
            <a:ext cx="343384" cy="532278"/>
          </a:xfrm>
          <a:prstGeom prst="rect">
            <a:avLst/>
          </a:prstGeom>
        </p:spPr>
      </p:pic>
      <p:pic>
        <p:nvPicPr>
          <p:cNvPr id="156" name="с2">
            <a:extLst>
              <a:ext uri="{FF2B5EF4-FFF2-40B4-BE49-F238E27FC236}">
                <a16:creationId xmlns:a16="http://schemas.microsoft.com/office/drawing/2014/main" id="{34F9B652-D018-7FF6-3CC4-CE91B5563879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19193" t="2048" r="76389" b="87680"/>
          <a:stretch>
            <a:fillRect/>
          </a:stretch>
        </p:blipFill>
        <p:spPr>
          <a:xfrm>
            <a:off x="6954248" y="6194675"/>
            <a:ext cx="343384" cy="532278"/>
          </a:xfrm>
          <a:prstGeom prst="rect">
            <a:avLst/>
          </a:prstGeom>
        </p:spPr>
      </p:pic>
      <p:pic>
        <p:nvPicPr>
          <p:cNvPr id="157" name="с3">
            <a:extLst>
              <a:ext uri="{FF2B5EF4-FFF2-40B4-BE49-F238E27FC236}">
                <a16:creationId xmlns:a16="http://schemas.microsoft.com/office/drawing/2014/main" id="{26D7189E-1E6B-D10E-F569-F8450F6D5B24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19193" t="2048" r="76389" b="87680"/>
          <a:stretch>
            <a:fillRect/>
          </a:stretch>
        </p:blipFill>
        <p:spPr>
          <a:xfrm>
            <a:off x="7283099" y="6194675"/>
            <a:ext cx="343384" cy="532278"/>
          </a:xfrm>
          <a:prstGeom prst="rect">
            <a:avLst/>
          </a:prstGeom>
        </p:spPr>
      </p:pic>
      <p:pic>
        <p:nvPicPr>
          <p:cNvPr id="158" name="с4">
            <a:extLst>
              <a:ext uri="{FF2B5EF4-FFF2-40B4-BE49-F238E27FC236}">
                <a16:creationId xmlns:a16="http://schemas.microsoft.com/office/drawing/2014/main" id="{44440397-D745-577E-F4CA-A91E441B5D6C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19193" t="2048" r="76389" b="87680"/>
          <a:stretch>
            <a:fillRect/>
          </a:stretch>
        </p:blipFill>
        <p:spPr>
          <a:xfrm>
            <a:off x="7610237" y="6194675"/>
            <a:ext cx="343384" cy="532278"/>
          </a:xfrm>
          <a:prstGeom prst="rect">
            <a:avLst/>
          </a:prstGeom>
        </p:spPr>
      </p:pic>
      <p:pic>
        <p:nvPicPr>
          <p:cNvPr id="159" name="с5">
            <a:extLst>
              <a:ext uri="{FF2B5EF4-FFF2-40B4-BE49-F238E27FC236}">
                <a16:creationId xmlns:a16="http://schemas.microsoft.com/office/drawing/2014/main" id="{B0A8B7EF-2CB5-835B-1CD0-4FAB75620403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19193" t="2048" r="76389" b="87680"/>
          <a:stretch>
            <a:fillRect/>
          </a:stretch>
        </p:blipFill>
        <p:spPr>
          <a:xfrm>
            <a:off x="7937691" y="6194675"/>
            <a:ext cx="343384" cy="532278"/>
          </a:xfrm>
          <a:prstGeom prst="rect">
            <a:avLst/>
          </a:prstGeom>
        </p:spPr>
      </p:pic>
      <p:pic>
        <p:nvPicPr>
          <p:cNvPr id="160" name="с6">
            <a:extLst>
              <a:ext uri="{FF2B5EF4-FFF2-40B4-BE49-F238E27FC236}">
                <a16:creationId xmlns:a16="http://schemas.microsoft.com/office/drawing/2014/main" id="{91107A1C-466D-69CD-2DCD-80B459033711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19193" t="2048" r="76389" b="87680"/>
          <a:stretch>
            <a:fillRect/>
          </a:stretch>
        </p:blipFill>
        <p:spPr>
          <a:xfrm>
            <a:off x="8268004" y="6194675"/>
            <a:ext cx="343384" cy="532278"/>
          </a:xfrm>
          <a:prstGeom prst="rect">
            <a:avLst/>
          </a:prstGeom>
        </p:spPr>
      </p:pic>
      <p:pic>
        <p:nvPicPr>
          <p:cNvPr id="164" name="с7">
            <a:extLst>
              <a:ext uri="{FF2B5EF4-FFF2-40B4-BE49-F238E27FC236}">
                <a16:creationId xmlns:a16="http://schemas.microsoft.com/office/drawing/2014/main" id="{5AD8FE54-E4BC-932C-8707-6CACAAD72E48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19193" t="2048" r="76389" b="87680"/>
          <a:stretch>
            <a:fillRect/>
          </a:stretch>
        </p:blipFill>
        <p:spPr>
          <a:xfrm>
            <a:off x="8593955" y="6194675"/>
            <a:ext cx="343384" cy="532278"/>
          </a:xfrm>
          <a:prstGeom prst="rect">
            <a:avLst/>
          </a:prstGeom>
        </p:spPr>
      </p:pic>
      <p:pic>
        <p:nvPicPr>
          <p:cNvPr id="165" name="с8">
            <a:extLst>
              <a:ext uri="{FF2B5EF4-FFF2-40B4-BE49-F238E27FC236}">
                <a16:creationId xmlns:a16="http://schemas.microsoft.com/office/drawing/2014/main" id="{FE1FE472-6678-A129-19D7-DCE76FD78C46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19193" t="2048" r="76389" b="87680"/>
          <a:stretch>
            <a:fillRect/>
          </a:stretch>
        </p:blipFill>
        <p:spPr>
          <a:xfrm>
            <a:off x="8930618" y="6194675"/>
            <a:ext cx="343384" cy="532278"/>
          </a:xfrm>
          <a:prstGeom prst="rect">
            <a:avLst/>
          </a:prstGeom>
        </p:spPr>
      </p:pic>
      <p:pic>
        <p:nvPicPr>
          <p:cNvPr id="166" name="с9">
            <a:extLst>
              <a:ext uri="{FF2B5EF4-FFF2-40B4-BE49-F238E27FC236}">
                <a16:creationId xmlns:a16="http://schemas.microsoft.com/office/drawing/2014/main" id="{A5FAC488-012C-19E8-196C-9DA8BF27D317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19193" t="2048" r="76389" b="87680"/>
          <a:stretch>
            <a:fillRect/>
          </a:stretch>
        </p:blipFill>
        <p:spPr>
          <a:xfrm>
            <a:off x="9259469" y="6194675"/>
            <a:ext cx="343384" cy="532278"/>
          </a:xfrm>
          <a:prstGeom prst="rect">
            <a:avLst/>
          </a:prstGeom>
        </p:spPr>
      </p:pic>
      <p:pic>
        <p:nvPicPr>
          <p:cNvPr id="167" name="с10">
            <a:extLst>
              <a:ext uri="{FF2B5EF4-FFF2-40B4-BE49-F238E27FC236}">
                <a16:creationId xmlns:a16="http://schemas.microsoft.com/office/drawing/2014/main" id="{214562CC-7A73-7158-A2C2-2FF279CC9035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19193" t="2048" r="76389" b="87680"/>
          <a:stretch>
            <a:fillRect/>
          </a:stretch>
        </p:blipFill>
        <p:spPr>
          <a:xfrm>
            <a:off x="9586607" y="6194675"/>
            <a:ext cx="343384" cy="532278"/>
          </a:xfrm>
          <a:prstGeom prst="rect">
            <a:avLst/>
          </a:prstGeom>
        </p:spPr>
      </p:pic>
      <p:pic>
        <p:nvPicPr>
          <p:cNvPr id="168" name="с11">
            <a:extLst>
              <a:ext uri="{FF2B5EF4-FFF2-40B4-BE49-F238E27FC236}">
                <a16:creationId xmlns:a16="http://schemas.microsoft.com/office/drawing/2014/main" id="{ACC99E19-ACF1-616F-1799-C44126F3C72A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19193" t="2048" r="76389" b="87680"/>
          <a:stretch>
            <a:fillRect/>
          </a:stretch>
        </p:blipFill>
        <p:spPr>
          <a:xfrm>
            <a:off x="9914061" y="6194675"/>
            <a:ext cx="343384" cy="532278"/>
          </a:xfrm>
          <a:prstGeom prst="rect">
            <a:avLst/>
          </a:prstGeom>
        </p:spPr>
      </p:pic>
      <p:pic>
        <p:nvPicPr>
          <p:cNvPr id="169" name="с12">
            <a:extLst>
              <a:ext uri="{FF2B5EF4-FFF2-40B4-BE49-F238E27FC236}">
                <a16:creationId xmlns:a16="http://schemas.microsoft.com/office/drawing/2014/main" id="{E681DBB3-C959-D3D2-B520-561C92C51AD0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19193" t="2048" r="76389" b="87680"/>
          <a:stretch>
            <a:fillRect/>
          </a:stretch>
        </p:blipFill>
        <p:spPr>
          <a:xfrm>
            <a:off x="10244374" y="6194675"/>
            <a:ext cx="343384" cy="532278"/>
          </a:xfrm>
          <a:prstGeom prst="rect">
            <a:avLst/>
          </a:prstGeom>
        </p:spPr>
      </p:pic>
      <p:pic>
        <p:nvPicPr>
          <p:cNvPr id="170" name="с13">
            <a:extLst>
              <a:ext uri="{FF2B5EF4-FFF2-40B4-BE49-F238E27FC236}">
                <a16:creationId xmlns:a16="http://schemas.microsoft.com/office/drawing/2014/main" id="{7BA1CB76-9C33-5985-1D65-8211442E8B89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19193" t="2048" r="76389" b="87680"/>
          <a:stretch>
            <a:fillRect/>
          </a:stretch>
        </p:blipFill>
        <p:spPr>
          <a:xfrm>
            <a:off x="10573919" y="6194675"/>
            <a:ext cx="343384" cy="532278"/>
          </a:xfrm>
          <a:prstGeom prst="rect">
            <a:avLst/>
          </a:prstGeom>
        </p:spPr>
      </p:pic>
      <p:pic>
        <p:nvPicPr>
          <p:cNvPr id="171" name="с14">
            <a:extLst>
              <a:ext uri="{FF2B5EF4-FFF2-40B4-BE49-F238E27FC236}">
                <a16:creationId xmlns:a16="http://schemas.microsoft.com/office/drawing/2014/main" id="{FE5FFD4A-3811-66C0-CCF7-36A4FCC2BDF2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19193" t="2048" r="76389" b="87680"/>
          <a:stretch>
            <a:fillRect/>
          </a:stretch>
        </p:blipFill>
        <p:spPr>
          <a:xfrm>
            <a:off x="10901057" y="6194675"/>
            <a:ext cx="343384" cy="532278"/>
          </a:xfrm>
          <a:prstGeom prst="rect">
            <a:avLst/>
          </a:prstGeom>
        </p:spPr>
      </p:pic>
      <p:pic>
        <p:nvPicPr>
          <p:cNvPr id="172" name="с15">
            <a:extLst>
              <a:ext uri="{FF2B5EF4-FFF2-40B4-BE49-F238E27FC236}">
                <a16:creationId xmlns:a16="http://schemas.microsoft.com/office/drawing/2014/main" id="{AB59A6A6-44C6-A26D-368A-8F27FB66D57C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19193" t="2048" r="76389" b="87680"/>
          <a:stretch>
            <a:fillRect/>
          </a:stretch>
        </p:blipFill>
        <p:spPr>
          <a:xfrm>
            <a:off x="11228511" y="6194675"/>
            <a:ext cx="343384" cy="532278"/>
          </a:xfrm>
          <a:prstGeom prst="rect">
            <a:avLst/>
          </a:prstGeom>
        </p:spPr>
      </p:pic>
      <p:pic>
        <p:nvPicPr>
          <p:cNvPr id="173" name="с16">
            <a:extLst>
              <a:ext uri="{FF2B5EF4-FFF2-40B4-BE49-F238E27FC236}">
                <a16:creationId xmlns:a16="http://schemas.microsoft.com/office/drawing/2014/main" id="{86B32A3E-0778-657B-DA4F-BDC155616E52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19193" t="2048" r="76389" b="87680"/>
          <a:stretch>
            <a:fillRect/>
          </a:stretch>
        </p:blipFill>
        <p:spPr>
          <a:xfrm>
            <a:off x="11558824" y="6194675"/>
            <a:ext cx="343384" cy="532278"/>
          </a:xfrm>
          <a:prstGeom prst="rect">
            <a:avLst/>
          </a:prstGeom>
        </p:spPr>
      </p:pic>
      <p:pic>
        <p:nvPicPr>
          <p:cNvPr id="17" name="замок16">
            <a:extLst>
              <a:ext uri="{FF2B5EF4-FFF2-40B4-BE49-F238E27FC236}">
                <a16:creationId xmlns:a16="http://schemas.microsoft.com/office/drawing/2014/main" id="{2DB83DF3-F6F7-F3BD-4267-1CF1897F5BA5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78880" t="24722" r="11389" b="55545"/>
          <a:stretch>
            <a:fillRect/>
          </a:stretch>
        </p:blipFill>
        <p:spPr>
          <a:xfrm>
            <a:off x="10404933" y="3712270"/>
            <a:ext cx="756356" cy="1022463"/>
          </a:xfrm>
          <a:prstGeom prst="rect">
            <a:avLst/>
          </a:prstGeom>
        </p:spPr>
      </p:pic>
      <p:pic>
        <p:nvPicPr>
          <p:cNvPr id="16" name="замок15">
            <a:extLst>
              <a:ext uri="{FF2B5EF4-FFF2-40B4-BE49-F238E27FC236}">
                <a16:creationId xmlns:a16="http://schemas.microsoft.com/office/drawing/2014/main" id="{69F032D8-C31B-E85E-F4B6-127C3AB39C29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78880" t="24722" r="11389" b="55545"/>
          <a:stretch>
            <a:fillRect/>
          </a:stretch>
        </p:blipFill>
        <p:spPr>
          <a:xfrm>
            <a:off x="9052725" y="3709099"/>
            <a:ext cx="756356" cy="1022463"/>
          </a:xfrm>
          <a:prstGeom prst="rect">
            <a:avLst/>
          </a:prstGeom>
        </p:spPr>
      </p:pic>
      <p:pic>
        <p:nvPicPr>
          <p:cNvPr id="15" name="замок14">
            <a:extLst>
              <a:ext uri="{FF2B5EF4-FFF2-40B4-BE49-F238E27FC236}">
                <a16:creationId xmlns:a16="http://schemas.microsoft.com/office/drawing/2014/main" id="{207CF65D-8DFA-2CE0-C23E-0CB7EE839E37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78880" t="24722" r="11389" b="55545"/>
          <a:stretch>
            <a:fillRect/>
          </a:stretch>
        </p:blipFill>
        <p:spPr>
          <a:xfrm>
            <a:off x="7697210" y="3709099"/>
            <a:ext cx="756356" cy="1022463"/>
          </a:xfrm>
          <a:prstGeom prst="rect">
            <a:avLst/>
          </a:prstGeom>
        </p:spPr>
      </p:pic>
      <p:pic>
        <p:nvPicPr>
          <p:cNvPr id="14" name="замок13">
            <a:extLst>
              <a:ext uri="{FF2B5EF4-FFF2-40B4-BE49-F238E27FC236}">
                <a16:creationId xmlns:a16="http://schemas.microsoft.com/office/drawing/2014/main" id="{5A904D5B-3476-C3D3-0907-CC929C0F2B81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78880" t="24722" r="11389" b="55545"/>
          <a:stretch>
            <a:fillRect/>
          </a:stretch>
        </p:blipFill>
        <p:spPr>
          <a:xfrm>
            <a:off x="6390437" y="3712191"/>
            <a:ext cx="756356" cy="1022463"/>
          </a:xfrm>
          <a:prstGeom prst="rect">
            <a:avLst/>
          </a:prstGeom>
        </p:spPr>
      </p:pic>
      <p:pic>
        <p:nvPicPr>
          <p:cNvPr id="13" name="замок12">
            <a:extLst>
              <a:ext uri="{FF2B5EF4-FFF2-40B4-BE49-F238E27FC236}">
                <a16:creationId xmlns:a16="http://schemas.microsoft.com/office/drawing/2014/main" id="{A241B939-6502-B17B-3E30-32894B08E06A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78880" t="24722" r="11389" b="55545"/>
          <a:stretch>
            <a:fillRect/>
          </a:stretch>
        </p:blipFill>
        <p:spPr>
          <a:xfrm>
            <a:off x="4973829" y="3709099"/>
            <a:ext cx="756356" cy="1022463"/>
          </a:xfrm>
          <a:prstGeom prst="rect">
            <a:avLst/>
          </a:prstGeom>
        </p:spPr>
      </p:pic>
      <p:pic>
        <p:nvPicPr>
          <p:cNvPr id="12" name="замок11">
            <a:extLst>
              <a:ext uri="{FF2B5EF4-FFF2-40B4-BE49-F238E27FC236}">
                <a16:creationId xmlns:a16="http://schemas.microsoft.com/office/drawing/2014/main" id="{522D8CDB-C1C6-FCDC-DAFF-9F08F8135F71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78880" t="24722" r="11389" b="55545"/>
          <a:stretch>
            <a:fillRect/>
          </a:stretch>
        </p:blipFill>
        <p:spPr>
          <a:xfrm>
            <a:off x="3674744" y="3709788"/>
            <a:ext cx="756356" cy="1022463"/>
          </a:xfrm>
          <a:prstGeom prst="rect">
            <a:avLst/>
          </a:prstGeom>
        </p:spPr>
      </p:pic>
      <p:pic>
        <p:nvPicPr>
          <p:cNvPr id="11" name="замок10">
            <a:extLst>
              <a:ext uri="{FF2B5EF4-FFF2-40B4-BE49-F238E27FC236}">
                <a16:creationId xmlns:a16="http://schemas.microsoft.com/office/drawing/2014/main" id="{E4434B3E-6D8F-ACC3-200A-687E9CA34A8D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78880" t="24722" r="11389" b="55545"/>
          <a:stretch>
            <a:fillRect/>
          </a:stretch>
        </p:blipFill>
        <p:spPr>
          <a:xfrm>
            <a:off x="2255266" y="3701271"/>
            <a:ext cx="756356" cy="1022463"/>
          </a:xfrm>
          <a:prstGeom prst="rect">
            <a:avLst/>
          </a:prstGeom>
        </p:spPr>
      </p:pic>
      <p:pic>
        <p:nvPicPr>
          <p:cNvPr id="9" name="замок9">
            <a:extLst>
              <a:ext uri="{FF2B5EF4-FFF2-40B4-BE49-F238E27FC236}">
                <a16:creationId xmlns:a16="http://schemas.microsoft.com/office/drawing/2014/main" id="{70F4F303-6267-5012-7153-E4B87314E137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78880" t="24722" r="11389" b="55545"/>
          <a:stretch>
            <a:fillRect/>
          </a:stretch>
        </p:blipFill>
        <p:spPr>
          <a:xfrm>
            <a:off x="996226" y="3716720"/>
            <a:ext cx="756356" cy="1022463"/>
          </a:xfrm>
          <a:prstGeom prst="rect">
            <a:avLst/>
          </a:prstGeom>
        </p:spPr>
      </p:pic>
      <p:pic>
        <p:nvPicPr>
          <p:cNvPr id="8" name="замок8">
            <a:extLst>
              <a:ext uri="{FF2B5EF4-FFF2-40B4-BE49-F238E27FC236}">
                <a16:creationId xmlns:a16="http://schemas.microsoft.com/office/drawing/2014/main" id="{5FF9B198-EEDD-A6C9-2BAB-68AEEF325148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78880" t="24722" r="11389" b="55545"/>
          <a:stretch>
            <a:fillRect/>
          </a:stretch>
        </p:blipFill>
        <p:spPr>
          <a:xfrm>
            <a:off x="10404933" y="1469487"/>
            <a:ext cx="756356" cy="1022463"/>
          </a:xfrm>
          <a:prstGeom prst="rect">
            <a:avLst/>
          </a:prstGeom>
        </p:spPr>
      </p:pic>
      <p:pic>
        <p:nvPicPr>
          <p:cNvPr id="7" name="замок7">
            <a:extLst>
              <a:ext uri="{FF2B5EF4-FFF2-40B4-BE49-F238E27FC236}">
                <a16:creationId xmlns:a16="http://schemas.microsoft.com/office/drawing/2014/main" id="{86C6F7D2-B965-A5C7-461C-F22469EC35AE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78880" t="24722" r="11389" b="55545"/>
          <a:stretch>
            <a:fillRect/>
          </a:stretch>
        </p:blipFill>
        <p:spPr>
          <a:xfrm>
            <a:off x="9053066" y="1470661"/>
            <a:ext cx="756356" cy="1022463"/>
          </a:xfrm>
          <a:prstGeom prst="rect">
            <a:avLst/>
          </a:prstGeom>
        </p:spPr>
      </p:pic>
      <p:pic>
        <p:nvPicPr>
          <p:cNvPr id="6" name="замок6">
            <a:extLst>
              <a:ext uri="{FF2B5EF4-FFF2-40B4-BE49-F238E27FC236}">
                <a16:creationId xmlns:a16="http://schemas.microsoft.com/office/drawing/2014/main" id="{3D554BB1-2134-8CFE-CB4C-95F6F11C5223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78880" t="24722" r="11389" b="55545"/>
          <a:stretch>
            <a:fillRect/>
          </a:stretch>
        </p:blipFill>
        <p:spPr>
          <a:xfrm>
            <a:off x="7708290" y="1470367"/>
            <a:ext cx="756356" cy="1022463"/>
          </a:xfrm>
          <a:prstGeom prst="rect">
            <a:avLst/>
          </a:prstGeom>
        </p:spPr>
      </p:pic>
      <p:pic>
        <p:nvPicPr>
          <p:cNvPr id="5" name="замок5">
            <a:extLst>
              <a:ext uri="{FF2B5EF4-FFF2-40B4-BE49-F238E27FC236}">
                <a16:creationId xmlns:a16="http://schemas.microsoft.com/office/drawing/2014/main" id="{C6ACBD45-94B9-263C-9C86-6F5539CA63E0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78880" t="24722" r="11389" b="55545"/>
          <a:stretch>
            <a:fillRect/>
          </a:stretch>
        </p:blipFill>
        <p:spPr>
          <a:xfrm>
            <a:off x="6348479" y="1469451"/>
            <a:ext cx="756356" cy="1022463"/>
          </a:xfrm>
          <a:prstGeom prst="rect">
            <a:avLst/>
          </a:prstGeom>
        </p:spPr>
      </p:pic>
      <p:pic>
        <p:nvPicPr>
          <p:cNvPr id="4" name="замок4">
            <a:extLst>
              <a:ext uri="{FF2B5EF4-FFF2-40B4-BE49-F238E27FC236}">
                <a16:creationId xmlns:a16="http://schemas.microsoft.com/office/drawing/2014/main" id="{4435F581-BB40-4566-7CEA-7FB69CAABB36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78880" t="24722" r="11389" b="55545"/>
          <a:stretch>
            <a:fillRect/>
          </a:stretch>
        </p:blipFill>
        <p:spPr>
          <a:xfrm>
            <a:off x="4995455" y="1470850"/>
            <a:ext cx="756356" cy="1022463"/>
          </a:xfrm>
          <a:prstGeom prst="rect">
            <a:avLst/>
          </a:prstGeom>
        </p:spPr>
      </p:pic>
      <p:pic>
        <p:nvPicPr>
          <p:cNvPr id="3" name="замок3">
            <a:extLst>
              <a:ext uri="{FF2B5EF4-FFF2-40B4-BE49-F238E27FC236}">
                <a16:creationId xmlns:a16="http://schemas.microsoft.com/office/drawing/2014/main" id="{3DF333B8-DFF7-86BF-46EB-265AD970EF5F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78880" t="24722" r="11389" b="55545"/>
          <a:stretch>
            <a:fillRect/>
          </a:stretch>
        </p:blipFill>
        <p:spPr>
          <a:xfrm>
            <a:off x="3636432" y="1470813"/>
            <a:ext cx="756356" cy="1022463"/>
          </a:xfrm>
          <a:prstGeom prst="rect">
            <a:avLst/>
          </a:prstGeom>
        </p:spPr>
      </p:pic>
      <p:pic>
        <p:nvPicPr>
          <p:cNvPr id="86" name="замок2">
            <a:extLst>
              <a:ext uri="{FF2B5EF4-FFF2-40B4-BE49-F238E27FC236}">
                <a16:creationId xmlns:a16="http://schemas.microsoft.com/office/drawing/2014/main" id="{69E675D8-48B6-8256-817E-FE966E216E0A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78880" t="24722" r="11389" b="55545"/>
          <a:stretch>
            <a:fillRect/>
          </a:stretch>
        </p:blipFill>
        <p:spPr>
          <a:xfrm>
            <a:off x="2267719" y="1470814"/>
            <a:ext cx="756356" cy="1022463"/>
          </a:xfrm>
          <a:prstGeom prst="rect">
            <a:avLst/>
          </a:prstGeom>
        </p:spPr>
      </p:pic>
      <p:pic>
        <p:nvPicPr>
          <p:cNvPr id="2" name="замок1">
            <a:extLst>
              <a:ext uri="{FF2B5EF4-FFF2-40B4-BE49-F238E27FC236}">
                <a16:creationId xmlns:a16="http://schemas.microsoft.com/office/drawing/2014/main" id="{A197C0BB-6D4B-BD78-C9D9-89047A360AD5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78880" t="24722" r="11389" b="55545"/>
          <a:stretch>
            <a:fillRect/>
          </a:stretch>
        </p:blipFill>
        <p:spPr>
          <a:xfrm>
            <a:off x="968262" y="1470814"/>
            <a:ext cx="756356" cy="1022463"/>
          </a:xfrm>
          <a:prstGeom prst="rect">
            <a:avLst/>
          </a:prstGeom>
        </p:spPr>
      </p:pic>
      <p:pic>
        <p:nvPicPr>
          <p:cNvPr id="32" name="открытый замок16">
            <a:extLst>
              <a:ext uri="{FF2B5EF4-FFF2-40B4-BE49-F238E27FC236}">
                <a16:creationId xmlns:a16="http://schemas.microsoft.com/office/drawing/2014/main" id="{8CFC4A01-6CAE-4028-F05A-501A492E52EF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89675" t="23220" r="594" b="57047"/>
          <a:stretch>
            <a:fillRect/>
          </a:stretch>
        </p:blipFill>
        <p:spPr>
          <a:xfrm>
            <a:off x="10433776" y="3597565"/>
            <a:ext cx="756356" cy="1022463"/>
          </a:xfrm>
          <a:prstGeom prst="rect">
            <a:avLst/>
          </a:prstGeom>
        </p:spPr>
      </p:pic>
      <p:pic>
        <p:nvPicPr>
          <p:cNvPr id="31" name="открытый замок15">
            <a:extLst>
              <a:ext uri="{FF2B5EF4-FFF2-40B4-BE49-F238E27FC236}">
                <a16:creationId xmlns:a16="http://schemas.microsoft.com/office/drawing/2014/main" id="{FB2D3BFA-A577-16D2-42E3-887A0215FB32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89675" t="23220" r="594" b="57047"/>
          <a:stretch>
            <a:fillRect/>
          </a:stretch>
        </p:blipFill>
        <p:spPr>
          <a:xfrm>
            <a:off x="9080170" y="3604520"/>
            <a:ext cx="756356" cy="1022463"/>
          </a:xfrm>
          <a:prstGeom prst="rect">
            <a:avLst/>
          </a:prstGeom>
        </p:spPr>
      </p:pic>
      <p:pic>
        <p:nvPicPr>
          <p:cNvPr id="30" name="открытый замок14">
            <a:extLst>
              <a:ext uri="{FF2B5EF4-FFF2-40B4-BE49-F238E27FC236}">
                <a16:creationId xmlns:a16="http://schemas.microsoft.com/office/drawing/2014/main" id="{1C67339D-EA91-E6B4-24D8-8F9C7BA96FF5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89675" t="23220" r="594" b="57047"/>
          <a:stretch>
            <a:fillRect/>
          </a:stretch>
        </p:blipFill>
        <p:spPr>
          <a:xfrm>
            <a:off x="7727787" y="3606169"/>
            <a:ext cx="756356" cy="1022463"/>
          </a:xfrm>
          <a:prstGeom prst="rect">
            <a:avLst/>
          </a:prstGeom>
        </p:spPr>
      </p:pic>
      <p:pic>
        <p:nvPicPr>
          <p:cNvPr id="29" name="открытый замок13">
            <a:extLst>
              <a:ext uri="{FF2B5EF4-FFF2-40B4-BE49-F238E27FC236}">
                <a16:creationId xmlns:a16="http://schemas.microsoft.com/office/drawing/2014/main" id="{38E9048D-E974-99D9-EDF1-D3391DE45396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89675" t="23220" r="594" b="57047"/>
          <a:stretch>
            <a:fillRect/>
          </a:stretch>
        </p:blipFill>
        <p:spPr>
          <a:xfrm>
            <a:off x="6422564" y="3625191"/>
            <a:ext cx="756356" cy="1022463"/>
          </a:xfrm>
          <a:prstGeom prst="rect">
            <a:avLst/>
          </a:prstGeom>
        </p:spPr>
      </p:pic>
      <p:pic>
        <p:nvPicPr>
          <p:cNvPr id="28" name="открытый замок12">
            <a:extLst>
              <a:ext uri="{FF2B5EF4-FFF2-40B4-BE49-F238E27FC236}">
                <a16:creationId xmlns:a16="http://schemas.microsoft.com/office/drawing/2014/main" id="{095341E9-0594-C0FE-176D-25818969683C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89675" t="23220" r="594" b="57047"/>
          <a:stretch>
            <a:fillRect/>
          </a:stretch>
        </p:blipFill>
        <p:spPr>
          <a:xfrm>
            <a:off x="5007868" y="3602331"/>
            <a:ext cx="756356" cy="1022463"/>
          </a:xfrm>
          <a:prstGeom prst="rect">
            <a:avLst/>
          </a:prstGeom>
        </p:spPr>
      </p:pic>
      <p:pic>
        <p:nvPicPr>
          <p:cNvPr id="27" name="открытый замок11">
            <a:extLst>
              <a:ext uri="{FF2B5EF4-FFF2-40B4-BE49-F238E27FC236}">
                <a16:creationId xmlns:a16="http://schemas.microsoft.com/office/drawing/2014/main" id="{66CB0A0E-F019-AE33-23C8-9B4F37336EF1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89675" t="23220" r="594" b="57047"/>
          <a:stretch>
            <a:fillRect/>
          </a:stretch>
        </p:blipFill>
        <p:spPr>
          <a:xfrm>
            <a:off x="3713163" y="3606194"/>
            <a:ext cx="756356" cy="1022463"/>
          </a:xfrm>
          <a:prstGeom prst="rect">
            <a:avLst/>
          </a:prstGeom>
        </p:spPr>
      </p:pic>
      <p:pic>
        <p:nvPicPr>
          <p:cNvPr id="26" name="открытый замок10">
            <a:extLst>
              <a:ext uri="{FF2B5EF4-FFF2-40B4-BE49-F238E27FC236}">
                <a16:creationId xmlns:a16="http://schemas.microsoft.com/office/drawing/2014/main" id="{EF4BA194-F24A-48A2-DD1F-997C587CC632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89675" t="23220" r="594" b="57047"/>
          <a:stretch>
            <a:fillRect/>
          </a:stretch>
        </p:blipFill>
        <p:spPr>
          <a:xfrm>
            <a:off x="2297293" y="3596723"/>
            <a:ext cx="756356" cy="1022463"/>
          </a:xfrm>
          <a:prstGeom prst="rect">
            <a:avLst/>
          </a:prstGeom>
        </p:spPr>
      </p:pic>
      <p:pic>
        <p:nvPicPr>
          <p:cNvPr id="25" name="открытый замок9">
            <a:extLst>
              <a:ext uri="{FF2B5EF4-FFF2-40B4-BE49-F238E27FC236}">
                <a16:creationId xmlns:a16="http://schemas.microsoft.com/office/drawing/2014/main" id="{3AC39A09-4DA2-A154-483A-C776FFF1B38A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89675" t="23220" r="594" b="57047"/>
          <a:stretch>
            <a:fillRect/>
          </a:stretch>
        </p:blipFill>
        <p:spPr>
          <a:xfrm>
            <a:off x="1030711" y="3611953"/>
            <a:ext cx="756356" cy="1022463"/>
          </a:xfrm>
          <a:prstGeom prst="rect">
            <a:avLst/>
          </a:prstGeom>
        </p:spPr>
      </p:pic>
      <p:pic>
        <p:nvPicPr>
          <p:cNvPr id="24" name="открытый замок8">
            <a:extLst>
              <a:ext uri="{FF2B5EF4-FFF2-40B4-BE49-F238E27FC236}">
                <a16:creationId xmlns:a16="http://schemas.microsoft.com/office/drawing/2014/main" id="{480E5DBC-1835-574B-F5F5-F597B475E0BA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89675" t="23220" r="594" b="57047"/>
          <a:stretch>
            <a:fillRect/>
          </a:stretch>
        </p:blipFill>
        <p:spPr>
          <a:xfrm>
            <a:off x="10441396" y="1361098"/>
            <a:ext cx="756356" cy="1022463"/>
          </a:xfrm>
          <a:prstGeom prst="rect">
            <a:avLst/>
          </a:prstGeom>
        </p:spPr>
      </p:pic>
      <p:pic>
        <p:nvPicPr>
          <p:cNvPr id="23" name="открытый замок7">
            <a:extLst>
              <a:ext uri="{FF2B5EF4-FFF2-40B4-BE49-F238E27FC236}">
                <a16:creationId xmlns:a16="http://schemas.microsoft.com/office/drawing/2014/main" id="{7B3E9096-EFBC-A608-F5B2-57C30D46853F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89675" t="23220" r="594" b="57047"/>
          <a:stretch>
            <a:fillRect/>
          </a:stretch>
        </p:blipFill>
        <p:spPr>
          <a:xfrm>
            <a:off x="9076816" y="1362125"/>
            <a:ext cx="756356" cy="1022463"/>
          </a:xfrm>
          <a:prstGeom prst="rect">
            <a:avLst/>
          </a:prstGeom>
        </p:spPr>
      </p:pic>
      <p:pic>
        <p:nvPicPr>
          <p:cNvPr id="22" name="открытый замок6">
            <a:extLst>
              <a:ext uri="{FF2B5EF4-FFF2-40B4-BE49-F238E27FC236}">
                <a16:creationId xmlns:a16="http://schemas.microsoft.com/office/drawing/2014/main" id="{D1A73DFF-747D-3E5E-433B-BEFE58A4562F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89675" t="23220" r="594" b="57047"/>
          <a:stretch>
            <a:fillRect/>
          </a:stretch>
        </p:blipFill>
        <p:spPr>
          <a:xfrm>
            <a:off x="7729754" y="1362283"/>
            <a:ext cx="756356" cy="1022463"/>
          </a:xfrm>
          <a:prstGeom prst="rect">
            <a:avLst/>
          </a:prstGeom>
        </p:spPr>
      </p:pic>
      <p:pic>
        <p:nvPicPr>
          <p:cNvPr id="21" name="открытый замок5">
            <a:extLst>
              <a:ext uri="{FF2B5EF4-FFF2-40B4-BE49-F238E27FC236}">
                <a16:creationId xmlns:a16="http://schemas.microsoft.com/office/drawing/2014/main" id="{6CC65C3D-FC08-F643-84F8-7927547BA6BA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89675" t="23220" r="594" b="57047"/>
          <a:stretch>
            <a:fillRect/>
          </a:stretch>
        </p:blipFill>
        <p:spPr>
          <a:xfrm>
            <a:off x="6387785" y="1369257"/>
            <a:ext cx="756356" cy="1022463"/>
          </a:xfrm>
          <a:prstGeom prst="rect">
            <a:avLst/>
          </a:prstGeom>
        </p:spPr>
      </p:pic>
      <p:pic>
        <p:nvPicPr>
          <p:cNvPr id="20" name="открытый замок4">
            <a:extLst>
              <a:ext uri="{FF2B5EF4-FFF2-40B4-BE49-F238E27FC236}">
                <a16:creationId xmlns:a16="http://schemas.microsoft.com/office/drawing/2014/main" id="{2833A1AA-1A96-2B1D-F278-8C2DBF820A19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89675" t="23220" r="594" b="57047"/>
          <a:stretch>
            <a:fillRect/>
          </a:stretch>
        </p:blipFill>
        <p:spPr>
          <a:xfrm>
            <a:off x="5015425" y="1369459"/>
            <a:ext cx="756356" cy="1022463"/>
          </a:xfrm>
          <a:prstGeom prst="rect">
            <a:avLst/>
          </a:prstGeom>
        </p:spPr>
      </p:pic>
      <p:pic>
        <p:nvPicPr>
          <p:cNvPr id="19" name="открытый замок3">
            <a:extLst>
              <a:ext uri="{FF2B5EF4-FFF2-40B4-BE49-F238E27FC236}">
                <a16:creationId xmlns:a16="http://schemas.microsoft.com/office/drawing/2014/main" id="{CF177B59-5892-112F-D13D-6987537B608D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89675" t="23220" r="594" b="57047"/>
          <a:stretch>
            <a:fillRect/>
          </a:stretch>
        </p:blipFill>
        <p:spPr>
          <a:xfrm>
            <a:off x="3670419" y="1368756"/>
            <a:ext cx="756356" cy="1022463"/>
          </a:xfrm>
          <a:prstGeom prst="rect">
            <a:avLst/>
          </a:prstGeom>
        </p:spPr>
      </p:pic>
      <p:pic>
        <p:nvPicPr>
          <p:cNvPr id="85" name="открытый замок2">
            <a:extLst>
              <a:ext uri="{FF2B5EF4-FFF2-40B4-BE49-F238E27FC236}">
                <a16:creationId xmlns:a16="http://schemas.microsoft.com/office/drawing/2014/main" id="{24526A14-5D95-63B3-9949-9D63FA5A7E4C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89675" t="23220" r="594" b="57047"/>
          <a:stretch>
            <a:fillRect/>
          </a:stretch>
        </p:blipFill>
        <p:spPr>
          <a:xfrm>
            <a:off x="2310235" y="1363080"/>
            <a:ext cx="756356" cy="1022463"/>
          </a:xfrm>
          <a:prstGeom prst="rect">
            <a:avLst/>
          </a:prstGeom>
        </p:spPr>
      </p:pic>
      <p:pic>
        <p:nvPicPr>
          <p:cNvPr id="18" name="открытый замок1">
            <a:extLst>
              <a:ext uri="{FF2B5EF4-FFF2-40B4-BE49-F238E27FC236}">
                <a16:creationId xmlns:a16="http://schemas.microsoft.com/office/drawing/2014/main" id="{8C66C62E-4839-3A1B-FBFB-2847A553A0E5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89675" t="23220" r="594" b="57047"/>
          <a:stretch>
            <a:fillRect/>
          </a:stretch>
        </p:blipFill>
        <p:spPr>
          <a:xfrm>
            <a:off x="1003073" y="1368796"/>
            <a:ext cx="756356" cy="1022463"/>
          </a:xfrm>
          <a:prstGeom prst="rect">
            <a:avLst/>
          </a:prstGeom>
        </p:spPr>
      </p:pic>
      <p:pic>
        <p:nvPicPr>
          <p:cNvPr id="40" name="следующий уровень">
            <a:hlinkClick r:id="" action="ppaction://media"/>
            <a:extLst>
              <a:ext uri="{FF2B5EF4-FFF2-40B4-BE49-F238E27FC236}">
                <a16:creationId xmlns:a16="http://schemas.microsoft.com/office/drawing/2014/main" id="{4DD28DA3-FCCD-3583-AED6-654BBA6666D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2255266" y="-4281609"/>
            <a:ext cx="812800" cy="812800"/>
          </a:xfrm>
          <a:prstGeom prst="rect">
            <a:avLst/>
          </a:prstGeom>
        </p:spPr>
      </p:pic>
      <p:pic>
        <p:nvPicPr>
          <p:cNvPr id="47" name="отмычка замка">
            <a:hlinkClick r:id="" action="ppaction://media"/>
            <a:extLst>
              <a:ext uri="{FF2B5EF4-FFF2-40B4-BE49-F238E27FC236}">
                <a16:creationId xmlns:a16="http://schemas.microsoft.com/office/drawing/2014/main" id="{B0CDE0F6-CE9A-08B2-6E14-80282A33A7CA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-2115058" y="-4276217"/>
            <a:ext cx="812800" cy="812800"/>
          </a:xfrm>
          <a:prstGeom prst="rect">
            <a:avLst/>
          </a:prstGeom>
        </p:spPr>
      </p:pic>
      <p:pic>
        <p:nvPicPr>
          <p:cNvPr id="77" name="отмычка замка">
            <a:hlinkClick r:id="" action="ppaction://media"/>
            <a:extLst>
              <a:ext uri="{FF2B5EF4-FFF2-40B4-BE49-F238E27FC236}">
                <a16:creationId xmlns:a16="http://schemas.microsoft.com/office/drawing/2014/main" id="{0061A610-3B5E-8F79-B491-103BF10415D8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-1962658" y="-4123817"/>
            <a:ext cx="812800" cy="812800"/>
          </a:xfrm>
          <a:prstGeom prst="rect">
            <a:avLst/>
          </a:prstGeom>
        </p:spPr>
      </p:pic>
      <p:pic>
        <p:nvPicPr>
          <p:cNvPr id="78" name="отмычка замка">
            <a:hlinkClick r:id="" action="ppaction://media"/>
            <a:extLst>
              <a:ext uri="{FF2B5EF4-FFF2-40B4-BE49-F238E27FC236}">
                <a16:creationId xmlns:a16="http://schemas.microsoft.com/office/drawing/2014/main" id="{3BCCDFBD-7CFC-5A25-CF04-7561E412F561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-1810258" y="-3971417"/>
            <a:ext cx="812800" cy="812800"/>
          </a:xfrm>
          <a:prstGeom prst="rect">
            <a:avLst/>
          </a:prstGeom>
        </p:spPr>
      </p:pic>
      <p:pic>
        <p:nvPicPr>
          <p:cNvPr id="79" name="отмычка замка">
            <a:hlinkClick r:id="" action="ppaction://media"/>
            <a:extLst>
              <a:ext uri="{FF2B5EF4-FFF2-40B4-BE49-F238E27FC236}">
                <a16:creationId xmlns:a16="http://schemas.microsoft.com/office/drawing/2014/main" id="{19AC7790-052A-D5FA-01CA-B50200D73A22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-1657858" y="-3819017"/>
            <a:ext cx="812800" cy="812800"/>
          </a:xfrm>
          <a:prstGeom prst="rect">
            <a:avLst/>
          </a:prstGeom>
        </p:spPr>
      </p:pic>
      <p:pic>
        <p:nvPicPr>
          <p:cNvPr id="80" name="отмычка замка">
            <a:hlinkClick r:id="" action="ppaction://media"/>
            <a:extLst>
              <a:ext uri="{FF2B5EF4-FFF2-40B4-BE49-F238E27FC236}">
                <a16:creationId xmlns:a16="http://schemas.microsoft.com/office/drawing/2014/main" id="{F217C0C9-7863-913E-38DD-F777C973ACC3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-1505458" y="-3666617"/>
            <a:ext cx="812800" cy="812800"/>
          </a:xfrm>
          <a:prstGeom prst="rect">
            <a:avLst/>
          </a:prstGeom>
        </p:spPr>
      </p:pic>
      <p:pic>
        <p:nvPicPr>
          <p:cNvPr id="81" name="отмычка замка">
            <a:hlinkClick r:id="" action="ppaction://media"/>
            <a:extLst>
              <a:ext uri="{FF2B5EF4-FFF2-40B4-BE49-F238E27FC236}">
                <a16:creationId xmlns:a16="http://schemas.microsoft.com/office/drawing/2014/main" id="{D545D610-57D4-8D06-90E2-8D794F65DBFF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-1353058" y="-3514217"/>
            <a:ext cx="812800" cy="812800"/>
          </a:xfrm>
          <a:prstGeom prst="rect">
            <a:avLst/>
          </a:prstGeom>
        </p:spPr>
      </p:pic>
      <p:pic>
        <p:nvPicPr>
          <p:cNvPr id="88" name="отмычка замка">
            <a:hlinkClick r:id="" action="ppaction://media"/>
            <a:extLst>
              <a:ext uri="{FF2B5EF4-FFF2-40B4-BE49-F238E27FC236}">
                <a16:creationId xmlns:a16="http://schemas.microsoft.com/office/drawing/2014/main" id="{FFD0351D-3026-DA68-1D0A-2C77A4F43F84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-1200658" y="-3361817"/>
            <a:ext cx="812800" cy="812800"/>
          </a:xfrm>
          <a:prstGeom prst="rect">
            <a:avLst/>
          </a:prstGeom>
        </p:spPr>
      </p:pic>
      <p:pic>
        <p:nvPicPr>
          <p:cNvPr id="89" name="отмычка замка">
            <a:hlinkClick r:id="" action="ppaction://media"/>
            <a:extLst>
              <a:ext uri="{FF2B5EF4-FFF2-40B4-BE49-F238E27FC236}">
                <a16:creationId xmlns:a16="http://schemas.microsoft.com/office/drawing/2014/main" id="{225C5B55-097C-E99F-3ECF-D7C07491EC1C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-1048258" y="-3209417"/>
            <a:ext cx="812800" cy="812800"/>
          </a:xfrm>
          <a:prstGeom prst="rect">
            <a:avLst/>
          </a:prstGeom>
        </p:spPr>
      </p:pic>
      <p:pic>
        <p:nvPicPr>
          <p:cNvPr id="107" name="отмычка замка">
            <a:hlinkClick r:id="" action="ppaction://media"/>
            <a:extLst>
              <a:ext uri="{FF2B5EF4-FFF2-40B4-BE49-F238E27FC236}">
                <a16:creationId xmlns:a16="http://schemas.microsoft.com/office/drawing/2014/main" id="{6736140B-140A-C882-10E0-48C0D3DFAFA7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-1165953" y="-4259619"/>
            <a:ext cx="812800" cy="812800"/>
          </a:xfrm>
          <a:prstGeom prst="rect">
            <a:avLst/>
          </a:prstGeom>
        </p:spPr>
      </p:pic>
      <p:pic>
        <p:nvPicPr>
          <p:cNvPr id="108" name="отмычка замка">
            <a:hlinkClick r:id="" action="ppaction://media"/>
            <a:extLst>
              <a:ext uri="{FF2B5EF4-FFF2-40B4-BE49-F238E27FC236}">
                <a16:creationId xmlns:a16="http://schemas.microsoft.com/office/drawing/2014/main" id="{DC9F26B8-A865-3B17-26C8-2561592AB618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-1013553" y="-4107219"/>
            <a:ext cx="812800" cy="812800"/>
          </a:xfrm>
          <a:prstGeom prst="rect">
            <a:avLst/>
          </a:prstGeom>
        </p:spPr>
      </p:pic>
      <p:pic>
        <p:nvPicPr>
          <p:cNvPr id="109" name="отмычка замка">
            <a:hlinkClick r:id="" action="ppaction://media"/>
            <a:extLst>
              <a:ext uri="{FF2B5EF4-FFF2-40B4-BE49-F238E27FC236}">
                <a16:creationId xmlns:a16="http://schemas.microsoft.com/office/drawing/2014/main" id="{862AEE7A-AA03-6DCA-DBF2-B044C8C222B4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-861153" y="-3954819"/>
            <a:ext cx="812800" cy="812800"/>
          </a:xfrm>
          <a:prstGeom prst="rect">
            <a:avLst/>
          </a:prstGeom>
        </p:spPr>
      </p:pic>
      <p:pic>
        <p:nvPicPr>
          <p:cNvPr id="110" name="отмычка замка">
            <a:hlinkClick r:id="" action="ppaction://media"/>
            <a:extLst>
              <a:ext uri="{FF2B5EF4-FFF2-40B4-BE49-F238E27FC236}">
                <a16:creationId xmlns:a16="http://schemas.microsoft.com/office/drawing/2014/main" id="{9D1AFF2D-C300-0890-70E9-28F6D2C2941F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-708753" y="-3802419"/>
            <a:ext cx="812800" cy="812800"/>
          </a:xfrm>
          <a:prstGeom prst="rect">
            <a:avLst/>
          </a:prstGeom>
        </p:spPr>
      </p:pic>
      <p:pic>
        <p:nvPicPr>
          <p:cNvPr id="111" name="отмычка замка">
            <a:hlinkClick r:id="" action="ppaction://media"/>
            <a:extLst>
              <a:ext uri="{FF2B5EF4-FFF2-40B4-BE49-F238E27FC236}">
                <a16:creationId xmlns:a16="http://schemas.microsoft.com/office/drawing/2014/main" id="{4B338DB3-9052-37BF-02AC-586DFDAF2315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-556353" y="-3650019"/>
            <a:ext cx="812800" cy="812800"/>
          </a:xfrm>
          <a:prstGeom prst="rect">
            <a:avLst/>
          </a:prstGeom>
        </p:spPr>
      </p:pic>
      <p:pic>
        <p:nvPicPr>
          <p:cNvPr id="112" name="отмычка замка">
            <a:hlinkClick r:id="" action="ppaction://media"/>
            <a:extLst>
              <a:ext uri="{FF2B5EF4-FFF2-40B4-BE49-F238E27FC236}">
                <a16:creationId xmlns:a16="http://schemas.microsoft.com/office/drawing/2014/main" id="{C9478F73-2400-8CBF-9B52-54D4FCBD13FF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-403953" y="-3497619"/>
            <a:ext cx="812800" cy="812800"/>
          </a:xfrm>
          <a:prstGeom prst="rect">
            <a:avLst/>
          </a:prstGeom>
        </p:spPr>
      </p:pic>
      <p:pic>
        <p:nvPicPr>
          <p:cNvPr id="113" name="отмычка замка">
            <a:hlinkClick r:id="" action="ppaction://media"/>
            <a:extLst>
              <a:ext uri="{FF2B5EF4-FFF2-40B4-BE49-F238E27FC236}">
                <a16:creationId xmlns:a16="http://schemas.microsoft.com/office/drawing/2014/main" id="{756F2447-773D-37A2-35B6-512A10D865BA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-251553" y="-3345219"/>
            <a:ext cx="812800" cy="812800"/>
          </a:xfrm>
          <a:prstGeom prst="rect">
            <a:avLst/>
          </a:prstGeom>
        </p:spPr>
      </p:pic>
      <p:pic>
        <p:nvPicPr>
          <p:cNvPr id="114" name="отмычка замка">
            <a:hlinkClick r:id="" action="ppaction://media"/>
            <a:extLst>
              <a:ext uri="{FF2B5EF4-FFF2-40B4-BE49-F238E27FC236}">
                <a16:creationId xmlns:a16="http://schemas.microsoft.com/office/drawing/2014/main" id="{9E3E96B2-1F98-3143-F394-DEA8151ADB8B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-99153" y="-3192819"/>
            <a:ext cx="812800" cy="812800"/>
          </a:xfrm>
          <a:prstGeom prst="rect">
            <a:avLst/>
          </a:prstGeom>
        </p:spPr>
      </p:pic>
      <p:pic>
        <p:nvPicPr>
          <p:cNvPr id="115" name="следующий уровень">
            <a:hlinkClick r:id="" action="ppaction://media"/>
            <a:extLst>
              <a:ext uri="{FF2B5EF4-FFF2-40B4-BE49-F238E27FC236}">
                <a16:creationId xmlns:a16="http://schemas.microsoft.com/office/drawing/2014/main" id="{CE9E2FF0-E304-21F6-6651-1B7BE98066C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2407666" y="-4129209"/>
            <a:ext cx="812800" cy="812800"/>
          </a:xfrm>
          <a:prstGeom prst="rect">
            <a:avLst/>
          </a:prstGeom>
        </p:spPr>
      </p:pic>
      <p:pic>
        <p:nvPicPr>
          <p:cNvPr id="116" name="следующий уровень">
            <a:hlinkClick r:id="" action="ppaction://media"/>
            <a:extLst>
              <a:ext uri="{FF2B5EF4-FFF2-40B4-BE49-F238E27FC236}">
                <a16:creationId xmlns:a16="http://schemas.microsoft.com/office/drawing/2014/main" id="{CEBAE246-9680-C9B9-B82E-6363F1B3F15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2560066" y="-3976809"/>
            <a:ext cx="812800" cy="812800"/>
          </a:xfrm>
          <a:prstGeom prst="rect">
            <a:avLst/>
          </a:prstGeom>
        </p:spPr>
      </p:pic>
      <p:pic>
        <p:nvPicPr>
          <p:cNvPr id="117" name="следующий уровень">
            <a:hlinkClick r:id="" action="ppaction://media"/>
            <a:extLst>
              <a:ext uri="{FF2B5EF4-FFF2-40B4-BE49-F238E27FC236}">
                <a16:creationId xmlns:a16="http://schemas.microsoft.com/office/drawing/2014/main" id="{97E0E103-ACBA-07AF-89E6-CE7EE35D881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2712466" y="-3824409"/>
            <a:ext cx="812800" cy="812800"/>
          </a:xfrm>
          <a:prstGeom prst="rect">
            <a:avLst/>
          </a:prstGeom>
        </p:spPr>
      </p:pic>
      <p:pic>
        <p:nvPicPr>
          <p:cNvPr id="118" name="следующий уровень">
            <a:hlinkClick r:id="" action="ppaction://media"/>
            <a:extLst>
              <a:ext uri="{FF2B5EF4-FFF2-40B4-BE49-F238E27FC236}">
                <a16:creationId xmlns:a16="http://schemas.microsoft.com/office/drawing/2014/main" id="{BB26B5F5-88E7-5AE3-9288-4247CFA910A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2864866" y="-3672009"/>
            <a:ext cx="812800" cy="812800"/>
          </a:xfrm>
          <a:prstGeom prst="rect">
            <a:avLst/>
          </a:prstGeom>
        </p:spPr>
      </p:pic>
      <p:pic>
        <p:nvPicPr>
          <p:cNvPr id="119" name="следующий уровень">
            <a:hlinkClick r:id="" action="ppaction://media"/>
            <a:extLst>
              <a:ext uri="{FF2B5EF4-FFF2-40B4-BE49-F238E27FC236}">
                <a16:creationId xmlns:a16="http://schemas.microsoft.com/office/drawing/2014/main" id="{78961B84-DBDE-6D1D-5165-990850C8F6C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3017266" y="-3519609"/>
            <a:ext cx="812800" cy="812800"/>
          </a:xfrm>
          <a:prstGeom prst="rect">
            <a:avLst/>
          </a:prstGeom>
        </p:spPr>
      </p:pic>
      <p:pic>
        <p:nvPicPr>
          <p:cNvPr id="120" name="следующий уровень">
            <a:hlinkClick r:id="" action="ppaction://media"/>
            <a:extLst>
              <a:ext uri="{FF2B5EF4-FFF2-40B4-BE49-F238E27FC236}">
                <a16:creationId xmlns:a16="http://schemas.microsoft.com/office/drawing/2014/main" id="{DDD5AABF-974E-941E-9762-874F51E9545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3169666" y="-3367209"/>
            <a:ext cx="812800" cy="812800"/>
          </a:xfrm>
          <a:prstGeom prst="rect">
            <a:avLst/>
          </a:prstGeom>
        </p:spPr>
      </p:pic>
      <p:pic>
        <p:nvPicPr>
          <p:cNvPr id="121" name="следующий уровень">
            <a:hlinkClick r:id="" action="ppaction://media"/>
            <a:extLst>
              <a:ext uri="{FF2B5EF4-FFF2-40B4-BE49-F238E27FC236}">
                <a16:creationId xmlns:a16="http://schemas.microsoft.com/office/drawing/2014/main" id="{606FC374-CEC8-3984-F832-05372D9102F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3322066" y="-3214809"/>
            <a:ext cx="812800" cy="812800"/>
          </a:xfrm>
          <a:prstGeom prst="rect">
            <a:avLst/>
          </a:prstGeom>
        </p:spPr>
      </p:pic>
      <p:pic>
        <p:nvPicPr>
          <p:cNvPr id="122" name="следующий уровень">
            <a:hlinkClick r:id="" action="ppaction://media"/>
            <a:extLst>
              <a:ext uri="{FF2B5EF4-FFF2-40B4-BE49-F238E27FC236}">
                <a16:creationId xmlns:a16="http://schemas.microsoft.com/office/drawing/2014/main" id="{4FC68753-B4F5-3258-5024-76AEEB1D841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3474466" y="-3062409"/>
            <a:ext cx="812800" cy="812800"/>
          </a:xfrm>
          <a:prstGeom prst="rect">
            <a:avLst/>
          </a:prstGeom>
        </p:spPr>
      </p:pic>
      <p:pic>
        <p:nvPicPr>
          <p:cNvPr id="123" name="следующий уровень">
            <a:hlinkClick r:id="" action="ppaction://media"/>
            <a:extLst>
              <a:ext uri="{FF2B5EF4-FFF2-40B4-BE49-F238E27FC236}">
                <a16:creationId xmlns:a16="http://schemas.microsoft.com/office/drawing/2014/main" id="{9134F3B6-CFBE-9C7D-5918-6203507FC75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3211900" y="-4265010"/>
            <a:ext cx="812800" cy="812800"/>
          </a:xfrm>
          <a:prstGeom prst="rect">
            <a:avLst/>
          </a:prstGeom>
        </p:spPr>
      </p:pic>
      <p:pic>
        <p:nvPicPr>
          <p:cNvPr id="124" name="следующий уровень">
            <a:hlinkClick r:id="" action="ppaction://media"/>
            <a:extLst>
              <a:ext uri="{FF2B5EF4-FFF2-40B4-BE49-F238E27FC236}">
                <a16:creationId xmlns:a16="http://schemas.microsoft.com/office/drawing/2014/main" id="{9D9CA7B5-9D37-143D-BE4C-236761077C9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3364300" y="-4112610"/>
            <a:ext cx="812800" cy="812800"/>
          </a:xfrm>
          <a:prstGeom prst="rect">
            <a:avLst/>
          </a:prstGeom>
        </p:spPr>
      </p:pic>
      <p:pic>
        <p:nvPicPr>
          <p:cNvPr id="125" name="следующий уровень">
            <a:hlinkClick r:id="" action="ppaction://media"/>
            <a:extLst>
              <a:ext uri="{FF2B5EF4-FFF2-40B4-BE49-F238E27FC236}">
                <a16:creationId xmlns:a16="http://schemas.microsoft.com/office/drawing/2014/main" id="{7EA8C938-49DC-CEAE-164E-3EB72947730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3516700" y="-3960210"/>
            <a:ext cx="812800" cy="812800"/>
          </a:xfrm>
          <a:prstGeom prst="rect">
            <a:avLst/>
          </a:prstGeom>
        </p:spPr>
      </p:pic>
      <p:pic>
        <p:nvPicPr>
          <p:cNvPr id="126" name="следующий уровень">
            <a:hlinkClick r:id="" action="ppaction://media"/>
            <a:extLst>
              <a:ext uri="{FF2B5EF4-FFF2-40B4-BE49-F238E27FC236}">
                <a16:creationId xmlns:a16="http://schemas.microsoft.com/office/drawing/2014/main" id="{89D0DEBA-E0B8-325C-1257-C881286EEBC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3669100" y="-3807810"/>
            <a:ext cx="812800" cy="812800"/>
          </a:xfrm>
          <a:prstGeom prst="rect">
            <a:avLst/>
          </a:prstGeom>
        </p:spPr>
      </p:pic>
      <p:pic>
        <p:nvPicPr>
          <p:cNvPr id="127" name="следующий уровень">
            <a:hlinkClick r:id="" action="ppaction://media"/>
            <a:extLst>
              <a:ext uri="{FF2B5EF4-FFF2-40B4-BE49-F238E27FC236}">
                <a16:creationId xmlns:a16="http://schemas.microsoft.com/office/drawing/2014/main" id="{A903F9CE-821F-DB9A-2808-A75AE9795DF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3821500" y="-3655410"/>
            <a:ext cx="812800" cy="812800"/>
          </a:xfrm>
          <a:prstGeom prst="rect">
            <a:avLst/>
          </a:prstGeom>
        </p:spPr>
      </p:pic>
      <p:pic>
        <p:nvPicPr>
          <p:cNvPr id="128" name="следующий уровень">
            <a:hlinkClick r:id="" action="ppaction://media"/>
            <a:extLst>
              <a:ext uri="{FF2B5EF4-FFF2-40B4-BE49-F238E27FC236}">
                <a16:creationId xmlns:a16="http://schemas.microsoft.com/office/drawing/2014/main" id="{1C24BF7E-29CD-06C7-1315-F4A7B93DA80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3973900" y="-3503010"/>
            <a:ext cx="812800" cy="812800"/>
          </a:xfrm>
          <a:prstGeom prst="rect">
            <a:avLst/>
          </a:prstGeom>
        </p:spPr>
      </p:pic>
      <p:pic>
        <p:nvPicPr>
          <p:cNvPr id="129" name="следующий уровень">
            <a:hlinkClick r:id="" action="ppaction://media"/>
            <a:extLst>
              <a:ext uri="{FF2B5EF4-FFF2-40B4-BE49-F238E27FC236}">
                <a16:creationId xmlns:a16="http://schemas.microsoft.com/office/drawing/2014/main" id="{A6F9203D-AE2B-2F33-AA21-7BB9D2050D0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4126300" y="-3350610"/>
            <a:ext cx="812800" cy="812800"/>
          </a:xfrm>
          <a:prstGeom prst="rect">
            <a:avLst/>
          </a:prstGeom>
        </p:spPr>
      </p:pic>
      <p:pic>
        <p:nvPicPr>
          <p:cNvPr id="130" name="следующий уровень">
            <a:hlinkClick r:id="" action="ppaction://media"/>
            <a:extLst>
              <a:ext uri="{FF2B5EF4-FFF2-40B4-BE49-F238E27FC236}">
                <a16:creationId xmlns:a16="http://schemas.microsoft.com/office/drawing/2014/main" id="{AA47C9EB-15A4-4156-187E-B799D04B47E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4278700" y="-3198210"/>
            <a:ext cx="812800" cy="812800"/>
          </a:xfrm>
          <a:prstGeom prst="rect">
            <a:avLst/>
          </a:prstGeom>
        </p:spPr>
      </p:pic>
      <p:pic>
        <p:nvPicPr>
          <p:cNvPr id="147" name="следующий уровень">
            <a:hlinkClick r:id="" action="ppaction://media"/>
            <a:extLst>
              <a:ext uri="{FF2B5EF4-FFF2-40B4-BE49-F238E27FC236}">
                <a16:creationId xmlns:a16="http://schemas.microsoft.com/office/drawing/2014/main" id="{00EE12E0-80B4-ABB1-7FE1-9CE805FC866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4431100" y="-3045810"/>
            <a:ext cx="812800" cy="812800"/>
          </a:xfrm>
          <a:prstGeom prst="rect">
            <a:avLst/>
          </a:prstGeom>
        </p:spPr>
      </p:pic>
      <p:pic>
        <p:nvPicPr>
          <p:cNvPr id="33" name="Рисунок 32">
            <a:hlinkClick r:id="rId14"/>
            <a:extLst>
              <a:ext uri="{FF2B5EF4-FFF2-40B4-BE49-F238E27FC236}">
                <a16:creationId xmlns:a16="http://schemas.microsoft.com/office/drawing/2014/main" id="{8D942053-AD5B-C1C4-F5AD-A6B4D321AC7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795000" y="0"/>
            <a:ext cx="1397000" cy="660205"/>
          </a:xfrm>
          <a:prstGeom prst="rect">
            <a:avLst/>
          </a:prstGeom>
          <a:effectLst>
            <a:glow rad="250618">
              <a:schemeClr val="bg1">
                <a:alpha val="71767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451350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25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574" fill="hold"/>
                                        <p:tgtEl>
                                          <p:spTgt spid="4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74"/>
                            </p:stCondLst>
                            <p:childTnLst>
                              <p:par>
                                <p:cTn id="18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10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574"/>
                            </p:stCondLst>
                            <p:childTnLst>
                              <p:par>
                                <p:cTn id="2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9" dur="1802" fill="hold"/>
                                        <p:tgtEl>
                                          <p:spTgt spid="4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4" dur="250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50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6" dur="2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9" dur="574" fill="hold"/>
                                        <p:tgtEl>
                                          <p:spTgt spid="7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74"/>
                            </p:stCondLst>
                            <p:childTnLst>
                              <p:par>
                                <p:cTn id="46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10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574"/>
                            </p:stCondLst>
                            <p:childTnLst>
                              <p:par>
                                <p:cTn id="56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57" dur="1802" fill="hold"/>
                                        <p:tgtEl>
                                          <p:spTgt spid="1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6"/>
                  </p:tgtEl>
                </p:cond>
              </p:nextCondLst>
            </p:seq>
            <p:seq concurrent="1" nextAc="seek">
              <p:cTn id="5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2" dur="25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25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4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7" dur="574" fill="hold"/>
                                        <p:tgtEl>
                                          <p:spTgt spid="7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74"/>
                            </p:stCondLst>
                            <p:childTnLst>
                              <p:par>
                                <p:cTn id="74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10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100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0574"/>
                            </p:stCondLst>
                            <p:childTnLst>
                              <p:par>
                                <p:cTn id="84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5" dur="1802" fill="hold"/>
                                        <p:tgtEl>
                                          <p:spTgt spid="1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0" dur="25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25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2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5" dur="574" fill="hold"/>
                                        <p:tgtEl>
                                          <p:spTgt spid="7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9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74"/>
                            </p:stCondLst>
                            <p:childTnLst>
                              <p:par>
                                <p:cTn id="102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10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10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0574"/>
                            </p:stCondLst>
                            <p:childTnLst>
                              <p:par>
                                <p:cTn id="112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3" dur="1802" fill="hold"/>
                                        <p:tgtEl>
                                          <p:spTgt spid="1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114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5" fill="hold">
                      <p:stCondLst>
                        <p:cond delay="0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8" dur="25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25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0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3" dur="574" fill="hold"/>
                                        <p:tgtEl>
                                          <p:spTgt spid="8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2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574"/>
                            </p:stCondLst>
                            <p:childTnLst>
                              <p:par>
                                <p:cTn id="130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10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10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10574"/>
                            </p:stCondLst>
                            <p:childTnLst>
                              <p:par>
                                <p:cTn id="140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1" dur="1802" fill="hold"/>
                                        <p:tgtEl>
                                          <p:spTgt spid="1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14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3" fill="hold">
                      <p:stCondLst>
                        <p:cond delay="0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6" dur="25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25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8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1" dur="574" fill="hold"/>
                                        <p:tgtEl>
                                          <p:spTgt spid="8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5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574"/>
                            </p:stCondLst>
                            <p:childTnLst>
                              <p:par>
                                <p:cTn id="158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6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3" dur="10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10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10574"/>
                            </p:stCondLst>
                            <p:childTnLst>
                              <p:par>
                                <p:cTn id="16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69" dur="1802" fill="hold"/>
                                        <p:tgtEl>
                                          <p:spTgt spid="1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4" dur="25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25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76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9" dur="574" fill="hold"/>
                                        <p:tgtEl>
                                          <p:spTgt spid="8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8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574"/>
                            </p:stCondLst>
                            <p:childTnLst>
                              <p:par>
                                <p:cTn id="186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8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1" dur="10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4" dur="10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>
                            <p:stCondLst>
                              <p:cond delay="10574"/>
                            </p:stCondLst>
                            <p:childTnLst>
                              <p:par>
                                <p:cTn id="196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97" dur="1802" fill="hold"/>
                                        <p:tgtEl>
                                          <p:spTgt spid="1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19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9" fill="hold">
                      <p:stCondLst>
                        <p:cond delay="0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2" dur="25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25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4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07" dur="574" fill="hold"/>
                                        <p:tgtEl>
                                          <p:spTgt spid="8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0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3" fill="hold">
                            <p:stCondLst>
                              <p:cond delay="574"/>
                            </p:stCondLst>
                            <p:childTnLst>
                              <p:par>
                                <p:cTn id="214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9" dur="10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2" dur="100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>
                            <p:stCondLst>
                              <p:cond delay="10574"/>
                            </p:stCondLst>
                            <p:childTnLst>
                              <p:par>
                                <p:cTn id="224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5" dur="1802" fill="hold"/>
                                        <p:tgtEl>
                                          <p:spTgt spid="1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226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7" fill="hold">
                      <p:stCondLst>
                        <p:cond delay="0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30" dur="25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1" dur="25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32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35" dur="574" fill="hold"/>
                                        <p:tgtEl>
                                          <p:spTgt spid="10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3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1" fill="hold">
                            <p:stCondLst>
                              <p:cond delay="574"/>
                            </p:stCondLst>
                            <p:childTnLst>
                              <p:par>
                                <p:cTn id="242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7" dur="10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0" dur="10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1" fill="hold">
                            <p:stCondLst>
                              <p:cond delay="10574"/>
                            </p:stCondLst>
                            <p:childTnLst>
                              <p:par>
                                <p:cTn id="252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53" dur="1802" fill="hold"/>
                                        <p:tgtEl>
                                          <p:spTgt spid="1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254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5" fill="hold">
                      <p:stCondLst>
                        <p:cond delay="0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8" dur="25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9" dur="25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60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63" dur="574" fill="hold"/>
                                        <p:tgtEl>
                                          <p:spTgt spid="10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6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9" fill="hold">
                            <p:stCondLst>
                              <p:cond delay="574"/>
                            </p:stCondLst>
                            <p:childTnLst>
                              <p:par>
                                <p:cTn id="270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7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5" dur="10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8" dur="10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9" fill="hold">
                            <p:stCondLst>
                              <p:cond delay="10574"/>
                            </p:stCondLst>
                            <p:childTnLst>
                              <p:par>
                                <p:cTn id="280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81" dur="1802" fill="hold"/>
                                        <p:tgtEl>
                                          <p:spTgt spid="1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28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3" fill="hold">
                      <p:stCondLst>
                        <p:cond delay="0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86" dur="25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7" dur="25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88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0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91" dur="574" fill="hold"/>
                                        <p:tgtEl>
                                          <p:spTgt spid="1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9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7" fill="hold">
                            <p:stCondLst>
                              <p:cond delay="574"/>
                            </p:stCondLst>
                            <p:childTnLst>
                              <p:par>
                                <p:cTn id="298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9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0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3" dur="10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6" dur="100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>
                            <p:stCondLst>
                              <p:cond delay="10574"/>
                            </p:stCondLst>
                            <p:childTnLst>
                              <p:par>
                                <p:cTn id="30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09" dur="1802" fill="hold"/>
                                        <p:tgtEl>
                                          <p:spTgt spid="1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310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1" fill="hold">
                      <p:stCondLst>
                        <p:cond delay="0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14" dur="25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5" dur="25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16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19" dur="574" fill="hold"/>
                                        <p:tgtEl>
                                          <p:spTgt spid="1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3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5" fill="hold">
                            <p:stCondLst>
                              <p:cond delay="574"/>
                            </p:stCondLst>
                            <p:childTnLst>
                              <p:par>
                                <p:cTn id="326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1" dur="10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4" dur="10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5" fill="hold">
                            <p:stCondLst>
                              <p:cond delay="10574"/>
                            </p:stCondLst>
                            <p:childTnLst>
                              <p:par>
                                <p:cTn id="336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37" dur="1802" fill="hold"/>
                                        <p:tgtEl>
                                          <p:spTgt spid="1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33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9" fill="hold">
                      <p:stCondLst>
                        <p:cond delay="0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42" dur="25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3" dur="25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44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6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47" dur="574" fill="hold"/>
                                        <p:tgtEl>
                                          <p:spTgt spid="1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34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3" fill="hold">
                            <p:stCondLst>
                              <p:cond delay="574"/>
                            </p:stCondLst>
                            <p:childTnLst>
                              <p:par>
                                <p:cTn id="354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5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5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9" dur="10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2" dur="10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3" fill="hold">
                            <p:stCondLst>
                              <p:cond delay="10574"/>
                            </p:stCondLst>
                            <p:childTnLst>
                              <p:par>
                                <p:cTn id="364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65" dur="1802" fill="hold"/>
                                        <p:tgtEl>
                                          <p:spTgt spid="1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366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7" fill="hold">
                      <p:stCondLst>
                        <p:cond delay="0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id="369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70" dur="25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1" dur="25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72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4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75" dur="574" fill="hold"/>
                                        <p:tgtEl>
                                          <p:spTgt spid="1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37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1" fill="hold">
                            <p:stCondLst>
                              <p:cond delay="574"/>
                            </p:stCondLst>
                            <p:childTnLst>
                              <p:par>
                                <p:cTn id="382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8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8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7" dur="10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0" dur="100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1" fill="hold">
                            <p:stCondLst>
                              <p:cond delay="10574"/>
                            </p:stCondLst>
                            <p:childTnLst>
                              <p:par>
                                <p:cTn id="392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93" dur="1802" fill="hold"/>
                                        <p:tgtEl>
                                          <p:spTgt spid="1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94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5" fill="hold">
                      <p:stCondLst>
                        <p:cond delay="0"/>
                      </p:stCondLst>
                      <p:childTnLst>
                        <p:par>
                          <p:cTn id="396" fill="hold">
                            <p:stCondLst>
                              <p:cond delay="0"/>
                            </p:stCondLst>
                            <p:childTnLst>
                              <p:par>
                                <p:cTn id="397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98" dur="25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9" dur="25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00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2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03" dur="574" fill="hold"/>
                                        <p:tgtEl>
                                          <p:spTgt spid="1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40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9" fill="hold">
                            <p:stCondLst>
                              <p:cond delay="574"/>
                            </p:stCondLst>
                            <p:childTnLst>
                              <p:par>
                                <p:cTn id="410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5" dur="10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8" dur="100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9" fill="hold">
                            <p:stCondLst>
                              <p:cond delay="10574"/>
                            </p:stCondLst>
                            <p:childTnLst>
                              <p:par>
                                <p:cTn id="420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21" dur="1802" fill="hold"/>
                                        <p:tgtEl>
                                          <p:spTgt spid="12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42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3" fill="hold">
                      <p:stCondLst>
                        <p:cond delay="0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26" dur="25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7" dur="25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28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0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31" dur="574" fill="hold"/>
                                        <p:tgtEl>
                                          <p:spTgt spid="10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4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7" fill="hold">
                            <p:stCondLst>
                              <p:cond delay="574"/>
                            </p:stCondLst>
                            <p:childTnLst>
                              <p:par>
                                <p:cTn id="438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3" dur="10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6" dur="10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7" fill="hold">
                            <p:stCondLst>
                              <p:cond delay="10574"/>
                            </p:stCondLst>
                            <p:childTnLst>
                              <p:par>
                                <p:cTn id="44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49" dur="1802" fill="hold"/>
                                        <p:tgtEl>
                                          <p:spTgt spid="13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audio>
              <p:cMediaNode vol="80000">
                <p:cTn id="45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0"/>
                </p:tgtEl>
              </p:cMediaNode>
            </p:audio>
            <p:audio>
              <p:cMediaNode vol="80000">
                <p:cTn id="45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7"/>
                </p:tgtEl>
              </p:cMediaNode>
            </p:audio>
            <p:audio>
              <p:cMediaNode vol="80000">
                <p:cTn id="45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7"/>
                </p:tgtEl>
              </p:cMediaNode>
            </p:audio>
            <p:audio>
              <p:cMediaNode vol="80000">
                <p:cTn id="45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8"/>
                </p:tgtEl>
              </p:cMediaNode>
            </p:audio>
            <p:audio>
              <p:cMediaNode vol="80000">
                <p:cTn id="45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9"/>
                </p:tgtEl>
              </p:cMediaNode>
            </p:audio>
            <p:audio>
              <p:cMediaNode vol="80000">
                <p:cTn id="45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0"/>
                </p:tgtEl>
              </p:cMediaNode>
            </p:audio>
            <p:audio>
              <p:cMediaNode vol="80000">
                <p:cTn id="45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1"/>
                </p:tgtEl>
              </p:cMediaNode>
            </p:audio>
            <p:audio>
              <p:cMediaNode vol="80000">
                <p:cTn id="45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8"/>
                </p:tgtEl>
              </p:cMediaNode>
            </p:audio>
            <p:audio>
              <p:cMediaNode vol="80000">
                <p:cTn id="45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9"/>
                </p:tgtEl>
              </p:cMediaNode>
            </p:audio>
            <p:audio>
              <p:cMediaNode vol="80000">
                <p:cTn id="45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7"/>
                </p:tgtEl>
              </p:cMediaNode>
            </p:audio>
            <p:audio>
              <p:cMediaNode vol="80000">
                <p:cTn id="46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8"/>
                </p:tgtEl>
              </p:cMediaNode>
            </p:audio>
            <p:audio>
              <p:cMediaNode vol="80000">
                <p:cTn id="46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9"/>
                </p:tgtEl>
              </p:cMediaNode>
            </p:audio>
            <p:audio>
              <p:cMediaNode vol="80000">
                <p:cTn id="46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0"/>
                </p:tgtEl>
              </p:cMediaNode>
            </p:audio>
            <p:audio>
              <p:cMediaNode vol="80000">
                <p:cTn id="46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1"/>
                </p:tgtEl>
              </p:cMediaNode>
            </p:audio>
            <p:audio>
              <p:cMediaNode vol="80000">
                <p:cTn id="46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2"/>
                </p:tgtEl>
              </p:cMediaNode>
            </p:audio>
            <p:audio>
              <p:cMediaNode vol="80000">
                <p:cTn id="46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3"/>
                </p:tgtEl>
              </p:cMediaNode>
            </p:audio>
            <p:audio>
              <p:cMediaNode vol="80000">
                <p:cTn id="46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4"/>
                </p:tgtEl>
              </p:cMediaNode>
            </p:audio>
            <p:audio>
              <p:cMediaNode vol="80000">
                <p:cTn id="46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5"/>
                </p:tgtEl>
              </p:cMediaNode>
            </p:audio>
            <p:audio>
              <p:cMediaNode vol="80000">
                <p:cTn id="46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6"/>
                </p:tgtEl>
              </p:cMediaNode>
            </p:audio>
            <p:audio>
              <p:cMediaNode vol="80000">
                <p:cTn id="46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7"/>
                </p:tgtEl>
              </p:cMediaNode>
            </p:audio>
            <p:audio>
              <p:cMediaNode vol="80000">
                <p:cTn id="47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8"/>
                </p:tgtEl>
              </p:cMediaNode>
            </p:audio>
            <p:audio>
              <p:cMediaNode vol="80000">
                <p:cTn id="47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9"/>
                </p:tgtEl>
              </p:cMediaNode>
            </p:audio>
            <p:audio>
              <p:cMediaNode vol="80000">
                <p:cTn id="47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0"/>
                </p:tgtEl>
              </p:cMediaNode>
            </p:audio>
            <p:audio>
              <p:cMediaNode vol="80000">
                <p:cTn id="47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1"/>
                </p:tgtEl>
              </p:cMediaNode>
            </p:audio>
            <p:audio>
              <p:cMediaNode vol="80000">
                <p:cTn id="47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2"/>
                </p:tgtEl>
              </p:cMediaNode>
            </p:audio>
            <p:audio>
              <p:cMediaNode vol="80000">
                <p:cTn id="47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3"/>
                </p:tgtEl>
              </p:cMediaNode>
            </p:audio>
            <p:audio>
              <p:cMediaNode vol="80000">
                <p:cTn id="47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4"/>
                </p:tgtEl>
              </p:cMediaNode>
            </p:audio>
            <p:audio>
              <p:cMediaNode vol="80000">
                <p:cTn id="47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5"/>
                </p:tgtEl>
              </p:cMediaNode>
            </p:audio>
            <p:audio>
              <p:cMediaNode vol="80000">
                <p:cTn id="47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6"/>
                </p:tgtEl>
              </p:cMediaNode>
            </p:audio>
            <p:audio>
              <p:cMediaNode vol="80000">
                <p:cTn id="47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7"/>
                </p:tgtEl>
              </p:cMediaNode>
            </p:audio>
            <p:audio>
              <p:cMediaNode vol="80000">
                <p:cTn id="48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8"/>
                </p:tgtEl>
              </p:cMediaNode>
            </p:audio>
            <p:audio>
              <p:cMediaNode vol="80000">
                <p:cTn id="48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9"/>
                </p:tgtEl>
              </p:cMediaNode>
            </p:audio>
            <p:audio>
              <p:cMediaNode vol="80000">
                <p:cTn id="48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0"/>
                </p:tgtEl>
              </p:cMediaNode>
            </p:audio>
            <p:audio>
              <p:cMediaNode vol="80000">
                <p:cTn id="48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7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</TotalTime>
  <Words>1</Words>
  <Application>Microsoft Macintosh PowerPoint</Application>
  <PresentationFormat>Широкоэкранный</PresentationFormat>
  <Paragraphs>1</Paragraphs>
  <Slides>2</Slides>
  <Notes>1</Notes>
  <HiddenSlides>0</HiddenSlides>
  <MMClips>35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Arial</vt:lpstr>
      <vt:lpstr>Aptos Display</vt:lpstr>
      <vt:lpstr>Aptos</vt:lpstr>
      <vt:lpstr>Тема Office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e57714</dc:creator>
  <cp:lastModifiedBy>e57714</cp:lastModifiedBy>
  <cp:revision>10</cp:revision>
  <dcterms:created xsi:type="dcterms:W3CDTF">2026-09-21T14:41:19Z</dcterms:created>
  <dcterms:modified xsi:type="dcterms:W3CDTF">2026-09-22T09:50:21Z</dcterms:modified>
</cp:coreProperties>
</file>