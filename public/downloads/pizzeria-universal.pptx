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Montserrat Light" panose="00000400000000000000" pitchFamily="2" charset="-52"/>
      <p:regular r:id="rId14"/>
      <p:italic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WV4ZL0CSehU1FIaJS4exQA==" hashData="dQGlPKzLp2hD3rpD+N2Hjq9JduwnUbLTTctTi3A5ni4XX5gd9sFs7I3uUXk9K/vHlw6f3aDaeYf06ACflsi10w==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1B4"/>
    <a:srgbClr val="AC6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3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DF9241-9B00-40E5-9DA4-731C5DF43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BA000C-5A74-4374-811D-D5D14E638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DB1221-719B-4289-8991-2FB77FFF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45E317-E63E-4FA8-8010-EF336FA85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396003-DAF0-456D-AD69-4C4B5914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787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FF043-FBF6-4C02-B673-AA16719F9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5E62F9-C0CC-481B-85DD-0BB24CDEE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4795F-FEF2-4C37-9B1A-E29D127F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D4BA16-BD2D-402F-8B51-6BDD45B56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68B5C3-75AA-43DE-8DA6-4EA9D296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453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00B81-DE2B-4478-B827-41B34FE0A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F3EC19-9C4C-419A-9308-B3537FC2F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D159C2-F24E-40BF-99FA-59D465E02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E1796F-22AE-467E-B18B-8CE33377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6777B6-400F-497E-8A58-97C7F5B5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854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B25DD-2154-4673-8314-EC7348F9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0C6B60-D934-4AB9-A1AA-7B0BA445F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0F7D2A-3CD7-448F-9446-BE012F57F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60D93C-2F1B-44BF-8EA2-EB17F38DB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C3CEB4-D338-4C15-92BA-3F0BB215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F8E700-06D0-4E06-BA31-A9827E26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034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E560F-5259-4AF2-B607-DB8CBBDE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03501A-3508-4A0F-94B4-DFFDC840B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945CE2-F1CF-4568-8774-5F4FDEE22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3EFDC2-1B57-412A-8B8F-D42C5D42D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3720C7D-0B5F-4B46-B3EA-CDAC026F4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1C1B24-1351-40FF-9A4D-73C93D7CB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89D576-7CA9-42B5-BC7E-D79626854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B4E679-AE53-4CAE-87BB-9F47FB68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950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5A459-98C2-497B-92E9-921AE5CF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A880F38-47DA-4331-8E0D-B124F306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4697A66-9E78-48D1-BBA8-FD3794D4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E1C030-0106-4788-AE53-0AF75EDA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813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C7E100-3A46-468E-A9F3-1E1FB8B13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248A341-39C3-4A9D-80EF-0F208484C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0C31EE-61D4-41C8-91EA-E70FEA32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044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8A6F5-C981-4869-BF65-14F94AF2E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E4520-252F-44D1-8FC3-3414DAB47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606C97-FE64-42C9-8F69-E29146DC5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B20685-BD09-4685-9CD6-03120DC2D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1125E6-966B-43CE-9581-62713CEA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AF0E26-D7AB-4B00-9281-D1DD5C29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315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509F3-23F9-42A5-9ADC-56287896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07F90E4-EA3F-450D-B49A-BB12E57F3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8C9CC1-1B8D-4479-8F0A-7B51FEC94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C14F5F-F45D-4FB5-B34F-4B3A7DE1B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4D05BD-D292-49E2-B6EA-AB335E58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BC0C98-9A40-4FE7-97AE-CFA7C7ECC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166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F0D03-F403-44DD-B7F5-F61FC0C60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BE0E5B-EA75-4294-B18E-DC113017B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8E0065-7494-43A6-91B4-4D103011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E34278-AF00-46A2-B21E-1D4B6005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4790F5-5F30-420E-8A66-CB5B3FE6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597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EA1E84-3FA7-4FAA-9FDF-B7C548580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95ADE1-E3DA-4E15-A293-9FCEA13E4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116A74-340A-4B24-8E83-CDFC07A0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8C8714-FDB6-4902-8A06-80E01500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58DC79-057F-4AEC-BD69-103A6C45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106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93C8F-73A7-422E-90E5-E8F7D7BB6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290139-152E-4584-8385-71B0A62AA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A80D74-1122-4C99-B5D9-DF44F4A9F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06B97-EAE6-455A-8A27-C605E6CA0D91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1D2375-0A40-49A0-9A65-9AB27381B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E30107-1F21-44BF-90A3-6E094DB57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5CAEF-5EEE-49E2-BD6F-DF2826DF00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645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1A77400-B63C-47FF-A843-BE103FD719C0}"/>
              </a:ext>
            </a:extLst>
          </p:cNvPr>
          <p:cNvGrpSpPr/>
          <p:nvPr/>
        </p:nvGrpSpPr>
        <p:grpSpPr>
          <a:xfrm>
            <a:off x="4250724" y="320929"/>
            <a:ext cx="3828047" cy="931024"/>
            <a:chOff x="4250724" y="320929"/>
            <a:chExt cx="3828047" cy="931024"/>
          </a:xfrm>
        </p:grpSpPr>
        <p:sp>
          <p:nvSpPr>
            <p:cNvPr id="3" name="Овал 2">
              <a:extLst>
                <a:ext uri="{FF2B5EF4-FFF2-40B4-BE49-F238E27FC236}">
                  <a16:creationId xmlns:a16="http://schemas.microsoft.com/office/drawing/2014/main" id="{DA8CEC85-F0DE-4A09-B1AF-6008D1ACBFDF}"/>
                </a:ext>
              </a:extLst>
            </p:cNvPr>
            <p:cNvSpPr/>
            <p:nvPr/>
          </p:nvSpPr>
          <p:spPr>
            <a:xfrm>
              <a:off x="4250724" y="345989"/>
              <a:ext cx="3682314" cy="873211"/>
            </a:xfrm>
            <a:prstGeom prst="ellipse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  <a:effectLst>
              <a:glow rad="177800">
                <a:schemeClr val="bg1">
                  <a:alpha val="78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46165CC-B928-4821-8340-AECF3706E981}"/>
                </a:ext>
              </a:extLst>
            </p:cNvPr>
            <p:cNvSpPr txBox="1"/>
            <p:nvPr/>
          </p:nvSpPr>
          <p:spPr>
            <a:xfrm>
              <a:off x="4279557" y="320929"/>
              <a:ext cx="3799214" cy="931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4400" dirty="0">
                  <a:solidFill>
                    <a:srgbClr val="AC6C6B"/>
                  </a:solidFill>
                  <a:latin typeface="Montserrat Light" panose="00000400000000000000" pitchFamily="2" charset="-52"/>
                </a:rPr>
                <a:t>ПИЦЦЕРИЯ</a:t>
              </a:r>
            </a:p>
            <a:p>
              <a:pPr algn="ctr"/>
              <a:r>
                <a:rPr lang="ru-RU" sz="1000" dirty="0">
                  <a:solidFill>
                    <a:srgbClr val="AC6C6B"/>
                  </a:solidFill>
                  <a:latin typeface="Montserrat Light" panose="00000400000000000000" pitchFamily="2" charset="-52"/>
                </a:rPr>
                <a:t>УНИВЕРСАЛЬНАЯ ИГРА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D603A081-7050-488E-8F43-CB47F81038C3}"/>
              </a:ext>
            </a:extLst>
          </p:cNvPr>
          <p:cNvGrpSpPr/>
          <p:nvPr/>
        </p:nvGrpSpPr>
        <p:grpSpPr>
          <a:xfrm>
            <a:off x="10366742" y="90377"/>
            <a:ext cx="1687033" cy="552598"/>
            <a:chOff x="10366742" y="90377"/>
            <a:chExt cx="1687033" cy="552598"/>
          </a:xfrm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C56BC466-3A88-4EFC-BF05-38A9F9595F50}"/>
                </a:ext>
              </a:extLst>
            </p:cNvPr>
            <p:cNvSpPr/>
            <p:nvPr/>
          </p:nvSpPr>
          <p:spPr>
            <a:xfrm>
              <a:off x="10538788" y="176210"/>
              <a:ext cx="1448287" cy="374027"/>
            </a:xfrm>
            <a:custGeom>
              <a:avLst/>
              <a:gdLst>
                <a:gd name="connsiteX0" fmla="*/ 37772 w 1448287"/>
                <a:gd name="connsiteY0" fmla="*/ 87950 h 374027"/>
                <a:gd name="connsiteX1" fmla="*/ 124132 w 1448287"/>
                <a:gd name="connsiteY1" fmla="*/ 1590 h 374027"/>
                <a:gd name="connsiteX2" fmla="*/ 1282372 w 1448287"/>
                <a:gd name="connsiteY2" fmla="*/ 57470 h 374027"/>
                <a:gd name="connsiteX3" fmla="*/ 1389052 w 1448287"/>
                <a:gd name="connsiteY3" fmla="*/ 341950 h 374027"/>
                <a:gd name="connsiteX4" fmla="*/ 784532 w 1448287"/>
                <a:gd name="connsiteY4" fmla="*/ 362270 h 374027"/>
                <a:gd name="connsiteX5" fmla="*/ 169852 w 1448287"/>
                <a:gd name="connsiteY5" fmla="*/ 296230 h 374027"/>
                <a:gd name="connsiteX6" fmla="*/ 37772 w 1448287"/>
                <a:gd name="connsiteY6" fmla="*/ 87950 h 374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8287" h="374027">
                  <a:moveTo>
                    <a:pt x="37772" y="87950"/>
                  </a:moveTo>
                  <a:cubicBezTo>
                    <a:pt x="30152" y="38843"/>
                    <a:pt x="-83301" y="6670"/>
                    <a:pt x="124132" y="1590"/>
                  </a:cubicBezTo>
                  <a:cubicBezTo>
                    <a:pt x="331565" y="-3490"/>
                    <a:pt x="1071552" y="743"/>
                    <a:pt x="1282372" y="57470"/>
                  </a:cubicBezTo>
                  <a:cubicBezTo>
                    <a:pt x="1493192" y="114197"/>
                    <a:pt x="1472025" y="291150"/>
                    <a:pt x="1389052" y="341950"/>
                  </a:cubicBezTo>
                  <a:cubicBezTo>
                    <a:pt x="1306079" y="392750"/>
                    <a:pt x="987732" y="369890"/>
                    <a:pt x="784532" y="362270"/>
                  </a:cubicBezTo>
                  <a:cubicBezTo>
                    <a:pt x="581332" y="354650"/>
                    <a:pt x="295159" y="337717"/>
                    <a:pt x="169852" y="296230"/>
                  </a:cubicBezTo>
                  <a:cubicBezTo>
                    <a:pt x="44545" y="254743"/>
                    <a:pt x="45392" y="137057"/>
                    <a:pt x="37772" y="87950"/>
                  </a:cubicBezTo>
                  <a:close/>
                </a:path>
              </a:pathLst>
            </a:custGeom>
            <a:solidFill>
              <a:srgbClr val="AC6C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CC7310C9-2036-442D-AF68-64B445E0D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6742" y="90377"/>
              <a:ext cx="1687033" cy="5525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9849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15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пицца">
            <a:extLst>
              <a:ext uri="{FF2B5EF4-FFF2-40B4-BE49-F238E27FC236}">
                <a16:creationId xmlns:a16="http://schemas.microsoft.com/office/drawing/2014/main" id="{74A8B02E-FF13-4C39-82CB-B750CB9AF43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7" b="11615"/>
          <a:stretch/>
        </p:blipFill>
        <p:spPr>
          <a:xfrm>
            <a:off x="5678531" y="505047"/>
            <a:ext cx="5868428" cy="5847905"/>
          </a:xfrm>
          <a:prstGeom prst="rect">
            <a:avLst/>
          </a:prstGeom>
          <a:effectLst>
            <a:glow rad="203200">
              <a:schemeClr val="bg1">
                <a:alpha val="79000"/>
              </a:schemeClr>
            </a:glo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B77C1-F0D2-4DBF-A654-34265DABFB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742" y="90377"/>
            <a:ext cx="1687033" cy="552598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6B802E5-F858-435F-A409-4233942EB01A}"/>
              </a:ext>
            </a:extLst>
          </p:cNvPr>
          <p:cNvSpPr/>
          <p:nvPr/>
        </p:nvSpPr>
        <p:spPr>
          <a:xfrm>
            <a:off x="623147" y="840865"/>
            <a:ext cx="3182341" cy="5176267"/>
          </a:xfrm>
          <a:prstGeom prst="roundRect">
            <a:avLst/>
          </a:prstGeom>
          <a:solidFill>
            <a:schemeClr val="bg1">
              <a:alpha val="2000"/>
            </a:schemeClr>
          </a:solidFill>
          <a:ln>
            <a:noFill/>
          </a:ln>
          <a:effectLst>
            <a:glow rad="393700">
              <a:schemeClr val="bg1">
                <a:alpha val="69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6">
            <a:extLst>
              <a:ext uri="{FF2B5EF4-FFF2-40B4-BE49-F238E27FC236}">
                <a16:creationId xmlns:a16="http://schemas.microsoft.com/office/drawing/2014/main" id="{06CCD773-7695-4163-BA70-6EF83A9E749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t="1318" r="55997" b="69612"/>
          <a:stretch/>
        </p:blipFill>
        <p:spPr>
          <a:xfrm>
            <a:off x="2449915" y="4485827"/>
            <a:ext cx="1253961" cy="1291855"/>
          </a:xfrm>
          <a:prstGeom prst="rect">
            <a:avLst/>
          </a:prstGeom>
        </p:spPr>
      </p:pic>
      <p:pic>
        <p:nvPicPr>
          <p:cNvPr id="10" name="5">
            <a:extLst>
              <a:ext uri="{FF2B5EF4-FFF2-40B4-BE49-F238E27FC236}">
                <a16:creationId xmlns:a16="http://schemas.microsoft.com/office/drawing/2014/main" id="{54B58AB6-ADC5-4865-8764-736DEDDD23D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t="1318" r="55997" b="69612"/>
          <a:stretch/>
        </p:blipFill>
        <p:spPr>
          <a:xfrm>
            <a:off x="720355" y="4485829"/>
            <a:ext cx="1253961" cy="1291855"/>
          </a:xfrm>
          <a:prstGeom prst="rect">
            <a:avLst/>
          </a:prstGeom>
        </p:spPr>
      </p:pic>
      <p:pic>
        <p:nvPicPr>
          <p:cNvPr id="12" name="4">
            <a:extLst>
              <a:ext uri="{FF2B5EF4-FFF2-40B4-BE49-F238E27FC236}">
                <a16:creationId xmlns:a16="http://schemas.microsoft.com/office/drawing/2014/main" id="{3FA95775-E6FA-495A-8987-AF59420A690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t="1318" r="55997" b="69612"/>
          <a:stretch/>
        </p:blipFill>
        <p:spPr>
          <a:xfrm>
            <a:off x="2449915" y="2710480"/>
            <a:ext cx="1253961" cy="1291855"/>
          </a:xfrm>
          <a:prstGeom prst="rect">
            <a:avLst/>
          </a:prstGeom>
        </p:spPr>
      </p:pic>
      <p:pic>
        <p:nvPicPr>
          <p:cNvPr id="14" name="3">
            <a:extLst>
              <a:ext uri="{FF2B5EF4-FFF2-40B4-BE49-F238E27FC236}">
                <a16:creationId xmlns:a16="http://schemas.microsoft.com/office/drawing/2014/main" id="{EBDE9371-F2F2-425A-9828-56CFE04B005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t="1318" r="55997" b="69612"/>
          <a:stretch/>
        </p:blipFill>
        <p:spPr>
          <a:xfrm>
            <a:off x="720355" y="2710481"/>
            <a:ext cx="1253961" cy="1291855"/>
          </a:xfrm>
          <a:prstGeom prst="rect">
            <a:avLst/>
          </a:prstGeom>
        </p:spPr>
      </p:pic>
      <p:pic>
        <p:nvPicPr>
          <p:cNvPr id="13" name="2">
            <a:extLst>
              <a:ext uri="{FF2B5EF4-FFF2-40B4-BE49-F238E27FC236}">
                <a16:creationId xmlns:a16="http://schemas.microsoft.com/office/drawing/2014/main" id="{42FE8D49-34D9-4D5E-985E-BDEBB7DA0BC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t="1318" r="55997" b="69612"/>
          <a:stretch/>
        </p:blipFill>
        <p:spPr>
          <a:xfrm>
            <a:off x="2449915" y="935133"/>
            <a:ext cx="1253961" cy="1291855"/>
          </a:xfrm>
          <a:prstGeom prst="rect">
            <a:avLst/>
          </a:prstGeom>
        </p:spPr>
      </p:pic>
      <p:pic>
        <p:nvPicPr>
          <p:cNvPr id="8" name="1">
            <a:extLst>
              <a:ext uri="{FF2B5EF4-FFF2-40B4-BE49-F238E27FC236}">
                <a16:creationId xmlns:a16="http://schemas.microsoft.com/office/drawing/2014/main" id="{302FEC61-7DEF-4A27-86AB-9D916E9F084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t="1318" r="55997" b="69612"/>
          <a:stretch/>
        </p:blipFill>
        <p:spPr>
          <a:xfrm>
            <a:off x="720356" y="935133"/>
            <a:ext cx="1253961" cy="1291855"/>
          </a:xfrm>
          <a:prstGeom prst="rect">
            <a:avLst/>
          </a:prstGeom>
        </p:spPr>
      </p:pic>
      <p:pic>
        <p:nvPicPr>
          <p:cNvPr id="15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18E4C995-323E-4CFA-B32D-D3A90213E6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-1936115"/>
            <a:ext cx="487363" cy="487363"/>
          </a:xfrm>
          <a:prstGeom prst="rect">
            <a:avLst/>
          </a:prstGeom>
        </p:spPr>
      </p:pic>
      <p:pic>
        <p:nvPicPr>
          <p:cNvPr id="16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9586C71A-B27D-419F-B8F9-9378850303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52400" y="-1783715"/>
            <a:ext cx="487363" cy="487363"/>
          </a:xfrm>
          <a:prstGeom prst="rect">
            <a:avLst/>
          </a:prstGeom>
        </p:spPr>
      </p:pic>
      <p:pic>
        <p:nvPicPr>
          <p:cNvPr id="17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D7E3BDB3-F7BD-4292-8560-B6394C352A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04800" y="-1631315"/>
            <a:ext cx="487363" cy="487363"/>
          </a:xfrm>
          <a:prstGeom prst="rect">
            <a:avLst/>
          </a:prstGeom>
        </p:spPr>
      </p:pic>
      <p:pic>
        <p:nvPicPr>
          <p:cNvPr id="18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95C407F8-3F81-44CE-8FEC-1B7881DDBA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57200" y="-1478915"/>
            <a:ext cx="487363" cy="487363"/>
          </a:xfrm>
          <a:prstGeom prst="rect">
            <a:avLst/>
          </a:prstGeom>
        </p:spPr>
      </p:pic>
      <p:pic>
        <p:nvPicPr>
          <p:cNvPr id="19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B7E419C0-622F-4E86-805B-36E14815F5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09600" y="-1326515"/>
            <a:ext cx="487363" cy="487363"/>
          </a:xfrm>
          <a:prstGeom prst="rect">
            <a:avLst/>
          </a:prstGeom>
        </p:spPr>
      </p:pic>
      <p:pic>
        <p:nvPicPr>
          <p:cNvPr id="20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8A910C85-E517-44B3-BEEF-BACAF2F0B0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62000" y="-117411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26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44444E-6 L 0.5444 0.0458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14" y="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82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44444E-6 L 0.55795 0.1298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91" y="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28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85185E-6 L 0.46627 0.0106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07" y="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828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85185E-6 L 0.46901 0.0106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51" y="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28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0.57135 -0.02639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568" y="-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828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0.57266 -0.12894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33" y="-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15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пицца">
            <a:extLst>
              <a:ext uri="{FF2B5EF4-FFF2-40B4-BE49-F238E27FC236}">
                <a16:creationId xmlns:a16="http://schemas.microsoft.com/office/drawing/2014/main" id="{74A8B02E-FF13-4C39-82CB-B750CB9AF43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7" b="11615"/>
          <a:stretch/>
        </p:blipFill>
        <p:spPr>
          <a:xfrm>
            <a:off x="5678531" y="505047"/>
            <a:ext cx="5868428" cy="5847905"/>
          </a:xfrm>
          <a:prstGeom prst="rect">
            <a:avLst/>
          </a:prstGeom>
          <a:effectLst>
            <a:glow rad="203200">
              <a:schemeClr val="bg1">
                <a:alpha val="79000"/>
              </a:schemeClr>
            </a:glo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B77C1-F0D2-4DBF-A654-34265DABFB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742" y="90377"/>
            <a:ext cx="1687033" cy="552598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6B802E5-F858-435F-A409-4233942EB01A}"/>
              </a:ext>
            </a:extLst>
          </p:cNvPr>
          <p:cNvSpPr/>
          <p:nvPr/>
        </p:nvSpPr>
        <p:spPr>
          <a:xfrm>
            <a:off x="623147" y="840865"/>
            <a:ext cx="3182341" cy="5176267"/>
          </a:xfrm>
          <a:prstGeom prst="roundRect">
            <a:avLst/>
          </a:prstGeom>
          <a:solidFill>
            <a:schemeClr val="bg1">
              <a:alpha val="2000"/>
            </a:schemeClr>
          </a:solidFill>
          <a:ln>
            <a:noFill/>
          </a:ln>
          <a:effectLst>
            <a:glow rad="393700">
              <a:schemeClr val="bg1">
                <a:alpha val="69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F09337-E92F-453C-AE6F-6BC36D5CB39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rcRect l="6398" t="2886" r="3705" b="2405"/>
          <a:stretch/>
        </p:blipFill>
        <p:spPr>
          <a:xfrm>
            <a:off x="5704470" y="505047"/>
            <a:ext cx="5915308" cy="5906736"/>
          </a:xfrm>
          <a:prstGeom prst="rect">
            <a:avLst/>
          </a:prstGeom>
        </p:spPr>
      </p:pic>
      <p:pic>
        <p:nvPicPr>
          <p:cNvPr id="11" name="6">
            <a:extLst>
              <a:ext uri="{FF2B5EF4-FFF2-40B4-BE49-F238E27FC236}">
                <a16:creationId xmlns:a16="http://schemas.microsoft.com/office/drawing/2014/main" id="{06CCD773-7695-4163-BA70-6EF83A9E749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" r="294"/>
          <a:stretch/>
        </p:blipFill>
        <p:spPr>
          <a:xfrm>
            <a:off x="2449915" y="4485827"/>
            <a:ext cx="1253961" cy="1291855"/>
          </a:xfrm>
          <a:prstGeom prst="rect">
            <a:avLst/>
          </a:prstGeom>
        </p:spPr>
      </p:pic>
      <p:pic>
        <p:nvPicPr>
          <p:cNvPr id="10" name="5">
            <a:extLst>
              <a:ext uri="{FF2B5EF4-FFF2-40B4-BE49-F238E27FC236}">
                <a16:creationId xmlns:a16="http://schemas.microsoft.com/office/drawing/2014/main" id="{54B58AB6-ADC5-4865-8764-736DEDDD23D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" r="294"/>
          <a:stretch/>
        </p:blipFill>
        <p:spPr>
          <a:xfrm>
            <a:off x="720355" y="4485829"/>
            <a:ext cx="1253961" cy="1291855"/>
          </a:xfrm>
          <a:prstGeom prst="rect">
            <a:avLst/>
          </a:prstGeom>
        </p:spPr>
      </p:pic>
      <p:pic>
        <p:nvPicPr>
          <p:cNvPr id="12" name="4">
            <a:extLst>
              <a:ext uri="{FF2B5EF4-FFF2-40B4-BE49-F238E27FC236}">
                <a16:creationId xmlns:a16="http://schemas.microsoft.com/office/drawing/2014/main" id="{3FA95775-E6FA-495A-8987-AF59420A690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" r="294"/>
          <a:stretch/>
        </p:blipFill>
        <p:spPr>
          <a:xfrm>
            <a:off x="2449915" y="2710480"/>
            <a:ext cx="1253961" cy="1291855"/>
          </a:xfrm>
          <a:prstGeom prst="rect">
            <a:avLst/>
          </a:prstGeom>
        </p:spPr>
      </p:pic>
      <p:pic>
        <p:nvPicPr>
          <p:cNvPr id="14" name="3">
            <a:extLst>
              <a:ext uri="{FF2B5EF4-FFF2-40B4-BE49-F238E27FC236}">
                <a16:creationId xmlns:a16="http://schemas.microsoft.com/office/drawing/2014/main" id="{EBDE9371-F2F2-425A-9828-56CFE04B005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" r="294"/>
          <a:stretch/>
        </p:blipFill>
        <p:spPr>
          <a:xfrm>
            <a:off x="720355" y="2710481"/>
            <a:ext cx="1253961" cy="1291855"/>
          </a:xfrm>
          <a:prstGeom prst="rect">
            <a:avLst/>
          </a:prstGeom>
        </p:spPr>
      </p:pic>
      <p:pic>
        <p:nvPicPr>
          <p:cNvPr id="13" name="2">
            <a:extLst>
              <a:ext uri="{FF2B5EF4-FFF2-40B4-BE49-F238E27FC236}">
                <a16:creationId xmlns:a16="http://schemas.microsoft.com/office/drawing/2014/main" id="{42FE8D49-34D9-4D5E-985E-BDEBB7DA0BC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" r="294"/>
          <a:stretch/>
        </p:blipFill>
        <p:spPr>
          <a:xfrm>
            <a:off x="2449915" y="935133"/>
            <a:ext cx="1253961" cy="1291855"/>
          </a:xfrm>
          <a:prstGeom prst="rect">
            <a:avLst/>
          </a:prstGeom>
        </p:spPr>
      </p:pic>
      <p:pic>
        <p:nvPicPr>
          <p:cNvPr id="8" name="1">
            <a:extLst>
              <a:ext uri="{FF2B5EF4-FFF2-40B4-BE49-F238E27FC236}">
                <a16:creationId xmlns:a16="http://schemas.microsoft.com/office/drawing/2014/main" id="{302FEC61-7DEF-4A27-86AB-9D916E9F084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" r="294"/>
          <a:stretch/>
        </p:blipFill>
        <p:spPr>
          <a:xfrm>
            <a:off x="720356" y="935133"/>
            <a:ext cx="1253961" cy="1291855"/>
          </a:xfrm>
          <a:prstGeom prst="rect">
            <a:avLst/>
          </a:prstGeom>
        </p:spPr>
      </p:pic>
      <p:pic>
        <p:nvPicPr>
          <p:cNvPr id="15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9BFE21C9-CD7A-4AF3-AAAF-83B9A3D960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-1936115"/>
            <a:ext cx="487363" cy="487363"/>
          </a:xfrm>
          <a:prstGeom prst="rect">
            <a:avLst/>
          </a:prstGeom>
        </p:spPr>
      </p:pic>
      <p:pic>
        <p:nvPicPr>
          <p:cNvPr id="16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03EAA566-0228-4E19-9155-CF1A7EEEA8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52400" y="-1783715"/>
            <a:ext cx="487363" cy="487363"/>
          </a:xfrm>
          <a:prstGeom prst="rect">
            <a:avLst/>
          </a:prstGeom>
        </p:spPr>
      </p:pic>
      <p:pic>
        <p:nvPicPr>
          <p:cNvPr id="17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FF0BD451-2B05-439A-BA12-066FA0D3EE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04800" y="-1631315"/>
            <a:ext cx="487363" cy="487363"/>
          </a:xfrm>
          <a:prstGeom prst="rect">
            <a:avLst/>
          </a:prstGeom>
        </p:spPr>
      </p:pic>
      <p:pic>
        <p:nvPicPr>
          <p:cNvPr id="18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37921303-6799-446A-A6B5-21528C3F52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57200" y="-1478915"/>
            <a:ext cx="487363" cy="487363"/>
          </a:xfrm>
          <a:prstGeom prst="rect">
            <a:avLst/>
          </a:prstGeom>
        </p:spPr>
      </p:pic>
      <p:pic>
        <p:nvPicPr>
          <p:cNvPr id="19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A5AFD089-2D6C-471E-B3D3-B75D123830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09600" y="-1326515"/>
            <a:ext cx="487363" cy="487363"/>
          </a:xfrm>
          <a:prstGeom prst="rect">
            <a:avLst/>
          </a:prstGeom>
        </p:spPr>
      </p:pic>
      <p:pic>
        <p:nvPicPr>
          <p:cNvPr id="20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E0F5963F-1560-4FBD-9EA9-78CC69EE21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62000" y="-117411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65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44444E-6 L 0.62708 0.0291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354" y="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82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44444E-6 L 0.58972 0.2395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79" y="1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28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85185E-6 L 0.46784 -0.09421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85" y="-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828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85185E-6 L 0.46055 0.05371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21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28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0.51575 -0.09398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781" y="-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828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0.53008 -0.03889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97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15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пицца">
            <a:extLst>
              <a:ext uri="{FF2B5EF4-FFF2-40B4-BE49-F238E27FC236}">
                <a16:creationId xmlns:a16="http://schemas.microsoft.com/office/drawing/2014/main" id="{74A8B02E-FF13-4C39-82CB-B750CB9AF43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7" b="11615"/>
          <a:stretch/>
        </p:blipFill>
        <p:spPr>
          <a:xfrm>
            <a:off x="5678531" y="505047"/>
            <a:ext cx="5868428" cy="5847905"/>
          </a:xfrm>
          <a:prstGeom prst="rect">
            <a:avLst/>
          </a:prstGeom>
          <a:effectLst>
            <a:glow rad="203200">
              <a:schemeClr val="bg1">
                <a:alpha val="79000"/>
              </a:schemeClr>
            </a:glo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B77C1-F0D2-4DBF-A654-34265DABFB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742" y="90377"/>
            <a:ext cx="1687033" cy="552598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6B802E5-F858-435F-A409-4233942EB01A}"/>
              </a:ext>
            </a:extLst>
          </p:cNvPr>
          <p:cNvSpPr/>
          <p:nvPr/>
        </p:nvSpPr>
        <p:spPr>
          <a:xfrm>
            <a:off x="623147" y="840865"/>
            <a:ext cx="3182341" cy="5176267"/>
          </a:xfrm>
          <a:prstGeom prst="roundRect">
            <a:avLst/>
          </a:prstGeom>
          <a:solidFill>
            <a:schemeClr val="bg1">
              <a:alpha val="2000"/>
            </a:schemeClr>
          </a:solidFill>
          <a:ln>
            <a:noFill/>
          </a:ln>
          <a:effectLst>
            <a:glow rad="393700">
              <a:schemeClr val="bg1">
                <a:alpha val="69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EA3CA2-D7CC-49BD-9ADD-C196EF2D6BE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rcRect l="6050" t="1318"/>
          <a:stretch/>
        </p:blipFill>
        <p:spPr>
          <a:xfrm>
            <a:off x="5657265" y="443719"/>
            <a:ext cx="5977453" cy="5945118"/>
          </a:xfrm>
          <a:prstGeom prst="rect">
            <a:avLst/>
          </a:prstGeom>
        </p:spPr>
      </p:pic>
      <p:pic>
        <p:nvPicPr>
          <p:cNvPr id="11" name="6">
            <a:extLst>
              <a:ext uri="{FF2B5EF4-FFF2-40B4-BE49-F238E27FC236}">
                <a16:creationId xmlns:a16="http://schemas.microsoft.com/office/drawing/2014/main" id="{06CCD773-7695-4163-BA70-6EF83A9E749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" r="2391"/>
          <a:stretch/>
        </p:blipFill>
        <p:spPr>
          <a:xfrm>
            <a:off x="2449915" y="4485827"/>
            <a:ext cx="1253961" cy="1291855"/>
          </a:xfrm>
          <a:prstGeom prst="rect">
            <a:avLst/>
          </a:prstGeom>
        </p:spPr>
      </p:pic>
      <p:pic>
        <p:nvPicPr>
          <p:cNvPr id="10" name="5">
            <a:extLst>
              <a:ext uri="{FF2B5EF4-FFF2-40B4-BE49-F238E27FC236}">
                <a16:creationId xmlns:a16="http://schemas.microsoft.com/office/drawing/2014/main" id="{54B58AB6-ADC5-4865-8764-736DEDDD23D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" r="2391"/>
          <a:stretch/>
        </p:blipFill>
        <p:spPr>
          <a:xfrm>
            <a:off x="720355" y="4485829"/>
            <a:ext cx="1253961" cy="1291855"/>
          </a:xfrm>
          <a:prstGeom prst="rect">
            <a:avLst/>
          </a:prstGeom>
        </p:spPr>
      </p:pic>
      <p:pic>
        <p:nvPicPr>
          <p:cNvPr id="12" name="4">
            <a:extLst>
              <a:ext uri="{FF2B5EF4-FFF2-40B4-BE49-F238E27FC236}">
                <a16:creationId xmlns:a16="http://schemas.microsoft.com/office/drawing/2014/main" id="{3FA95775-E6FA-495A-8987-AF59420A690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" r="2391"/>
          <a:stretch/>
        </p:blipFill>
        <p:spPr>
          <a:xfrm>
            <a:off x="2449915" y="2710480"/>
            <a:ext cx="1253961" cy="1291855"/>
          </a:xfrm>
          <a:prstGeom prst="rect">
            <a:avLst/>
          </a:prstGeom>
        </p:spPr>
      </p:pic>
      <p:pic>
        <p:nvPicPr>
          <p:cNvPr id="14" name="3">
            <a:extLst>
              <a:ext uri="{FF2B5EF4-FFF2-40B4-BE49-F238E27FC236}">
                <a16:creationId xmlns:a16="http://schemas.microsoft.com/office/drawing/2014/main" id="{EBDE9371-F2F2-425A-9828-56CFE04B005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" r="2391"/>
          <a:stretch/>
        </p:blipFill>
        <p:spPr>
          <a:xfrm>
            <a:off x="720355" y="2710481"/>
            <a:ext cx="1253961" cy="1291855"/>
          </a:xfrm>
          <a:prstGeom prst="rect">
            <a:avLst/>
          </a:prstGeom>
        </p:spPr>
      </p:pic>
      <p:pic>
        <p:nvPicPr>
          <p:cNvPr id="13" name="2">
            <a:extLst>
              <a:ext uri="{FF2B5EF4-FFF2-40B4-BE49-F238E27FC236}">
                <a16:creationId xmlns:a16="http://schemas.microsoft.com/office/drawing/2014/main" id="{42FE8D49-34D9-4D5E-985E-BDEBB7DA0BC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" r="2391"/>
          <a:stretch/>
        </p:blipFill>
        <p:spPr>
          <a:xfrm>
            <a:off x="2449915" y="935133"/>
            <a:ext cx="1253961" cy="1291855"/>
          </a:xfrm>
          <a:prstGeom prst="rect">
            <a:avLst/>
          </a:prstGeom>
        </p:spPr>
      </p:pic>
      <p:pic>
        <p:nvPicPr>
          <p:cNvPr id="8" name="1">
            <a:extLst>
              <a:ext uri="{FF2B5EF4-FFF2-40B4-BE49-F238E27FC236}">
                <a16:creationId xmlns:a16="http://schemas.microsoft.com/office/drawing/2014/main" id="{302FEC61-7DEF-4A27-86AB-9D916E9F084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" r="2391"/>
          <a:stretch/>
        </p:blipFill>
        <p:spPr>
          <a:xfrm>
            <a:off x="720356" y="935133"/>
            <a:ext cx="1253961" cy="1291855"/>
          </a:xfrm>
          <a:prstGeom prst="rect">
            <a:avLst/>
          </a:prstGeom>
        </p:spPr>
      </p:pic>
      <p:pic>
        <p:nvPicPr>
          <p:cNvPr id="15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9B2B45FE-2F25-4155-A8B9-2BEDE0ABAE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-1936115"/>
            <a:ext cx="487363" cy="487363"/>
          </a:xfrm>
          <a:prstGeom prst="rect">
            <a:avLst/>
          </a:prstGeom>
        </p:spPr>
      </p:pic>
      <p:pic>
        <p:nvPicPr>
          <p:cNvPr id="16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5E9BE852-530F-41C6-8B00-FD18F456CF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52400" y="-1783715"/>
            <a:ext cx="487363" cy="487363"/>
          </a:xfrm>
          <a:prstGeom prst="rect">
            <a:avLst/>
          </a:prstGeom>
        </p:spPr>
      </p:pic>
      <p:pic>
        <p:nvPicPr>
          <p:cNvPr id="17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E3256FB9-4718-4DAA-9808-25DEF2B068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04800" y="-1631315"/>
            <a:ext cx="487363" cy="487363"/>
          </a:xfrm>
          <a:prstGeom prst="rect">
            <a:avLst/>
          </a:prstGeom>
        </p:spPr>
      </p:pic>
      <p:pic>
        <p:nvPicPr>
          <p:cNvPr id="18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C6FBDACE-C670-4F4D-A8D3-3978C0F2D1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57200" y="-1478915"/>
            <a:ext cx="487363" cy="487363"/>
          </a:xfrm>
          <a:prstGeom prst="rect">
            <a:avLst/>
          </a:prstGeom>
        </p:spPr>
      </p:pic>
      <p:pic>
        <p:nvPicPr>
          <p:cNvPr id="19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47237D4E-D39D-4D4B-8D7E-742AB3F99C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09600" y="-1326515"/>
            <a:ext cx="487363" cy="487363"/>
          </a:xfrm>
          <a:prstGeom prst="rect">
            <a:avLst/>
          </a:prstGeom>
        </p:spPr>
      </p:pic>
      <p:pic>
        <p:nvPicPr>
          <p:cNvPr id="20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5711DA14-85AC-4FBE-B479-894D80577D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62000" y="-117411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51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4.44444E-6 L 0.51575 0.0842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781" y="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82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44444E-6 L 0.53555 0.06504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771" y="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28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85185E-6 L 0.48138 0.1081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62" y="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828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1.85185E-6 L 0.44388 -0.0013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8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28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0.62474 -0.0085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37" y="-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828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0.57032 -0.21204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516" y="-10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15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пицца">
            <a:extLst>
              <a:ext uri="{FF2B5EF4-FFF2-40B4-BE49-F238E27FC236}">
                <a16:creationId xmlns:a16="http://schemas.microsoft.com/office/drawing/2014/main" id="{74A8B02E-FF13-4C39-82CB-B750CB9AF43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7" b="11615"/>
          <a:stretch/>
        </p:blipFill>
        <p:spPr>
          <a:xfrm>
            <a:off x="5678531" y="505047"/>
            <a:ext cx="5868428" cy="5847905"/>
          </a:xfrm>
          <a:prstGeom prst="rect">
            <a:avLst/>
          </a:prstGeom>
          <a:effectLst>
            <a:glow rad="203200">
              <a:schemeClr val="bg1">
                <a:alpha val="79000"/>
              </a:schemeClr>
            </a:glo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B77C1-F0D2-4DBF-A654-34265DABFB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742" y="90377"/>
            <a:ext cx="1687033" cy="552598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6B802E5-F858-435F-A409-4233942EB01A}"/>
              </a:ext>
            </a:extLst>
          </p:cNvPr>
          <p:cNvSpPr/>
          <p:nvPr/>
        </p:nvSpPr>
        <p:spPr>
          <a:xfrm>
            <a:off x="623147" y="840865"/>
            <a:ext cx="3182341" cy="5176267"/>
          </a:xfrm>
          <a:prstGeom prst="roundRect">
            <a:avLst/>
          </a:prstGeom>
          <a:solidFill>
            <a:schemeClr val="bg1">
              <a:alpha val="2000"/>
            </a:schemeClr>
          </a:solidFill>
          <a:ln>
            <a:noFill/>
          </a:ln>
          <a:effectLst>
            <a:glow rad="393700">
              <a:schemeClr val="bg1">
                <a:alpha val="69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2E0178-8DDE-4189-832E-70E205B6FB7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rcRect l="4524"/>
          <a:stretch/>
        </p:blipFill>
        <p:spPr>
          <a:xfrm>
            <a:off x="5626883" y="469163"/>
            <a:ext cx="6038215" cy="5949719"/>
          </a:xfrm>
          <a:prstGeom prst="rect">
            <a:avLst/>
          </a:prstGeom>
        </p:spPr>
      </p:pic>
      <p:pic>
        <p:nvPicPr>
          <p:cNvPr id="11" name="6">
            <a:extLst>
              <a:ext uri="{FF2B5EF4-FFF2-40B4-BE49-F238E27FC236}">
                <a16:creationId xmlns:a16="http://schemas.microsoft.com/office/drawing/2014/main" id="{06CCD773-7695-4163-BA70-6EF83A9E749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" b="409"/>
          <a:stretch/>
        </p:blipFill>
        <p:spPr>
          <a:xfrm>
            <a:off x="2649435" y="4625578"/>
            <a:ext cx="971223" cy="1000573"/>
          </a:xfrm>
          <a:prstGeom prst="rect">
            <a:avLst/>
          </a:prstGeom>
        </p:spPr>
      </p:pic>
      <p:pic>
        <p:nvPicPr>
          <p:cNvPr id="10" name="5">
            <a:extLst>
              <a:ext uri="{FF2B5EF4-FFF2-40B4-BE49-F238E27FC236}">
                <a16:creationId xmlns:a16="http://schemas.microsoft.com/office/drawing/2014/main" id="{54B58AB6-ADC5-4865-8764-736DEDDD23D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" b="409"/>
          <a:stretch/>
        </p:blipFill>
        <p:spPr>
          <a:xfrm>
            <a:off x="919875" y="4625580"/>
            <a:ext cx="971223" cy="1000573"/>
          </a:xfrm>
          <a:prstGeom prst="rect">
            <a:avLst/>
          </a:prstGeom>
        </p:spPr>
      </p:pic>
      <p:pic>
        <p:nvPicPr>
          <p:cNvPr id="12" name="4">
            <a:extLst>
              <a:ext uri="{FF2B5EF4-FFF2-40B4-BE49-F238E27FC236}">
                <a16:creationId xmlns:a16="http://schemas.microsoft.com/office/drawing/2014/main" id="{3FA95775-E6FA-495A-8987-AF59420A690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" b="409"/>
          <a:stretch/>
        </p:blipFill>
        <p:spPr>
          <a:xfrm>
            <a:off x="2649435" y="2850231"/>
            <a:ext cx="971223" cy="1000573"/>
          </a:xfrm>
          <a:prstGeom prst="rect">
            <a:avLst/>
          </a:prstGeom>
        </p:spPr>
      </p:pic>
      <p:pic>
        <p:nvPicPr>
          <p:cNvPr id="14" name="3">
            <a:extLst>
              <a:ext uri="{FF2B5EF4-FFF2-40B4-BE49-F238E27FC236}">
                <a16:creationId xmlns:a16="http://schemas.microsoft.com/office/drawing/2014/main" id="{EBDE9371-F2F2-425A-9828-56CFE04B005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" b="409"/>
          <a:stretch/>
        </p:blipFill>
        <p:spPr>
          <a:xfrm>
            <a:off x="919875" y="2850232"/>
            <a:ext cx="971223" cy="1000573"/>
          </a:xfrm>
          <a:prstGeom prst="rect">
            <a:avLst/>
          </a:prstGeom>
        </p:spPr>
      </p:pic>
      <p:pic>
        <p:nvPicPr>
          <p:cNvPr id="13" name="2">
            <a:extLst>
              <a:ext uri="{FF2B5EF4-FFF2-40B4-BE49-F238E27FC236}">
                <a16:creationId xmlns:a16="http://schemas.microsoft.com/office/drawing/2014/main" id="{42FE8D49-34D9-4D5E-985E-BDEBB7DA0BC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" b="409"/>
          <a:stretch/>
        </p:blipFill>
        <p:spPr>
          <a:xfrm>
            <a:off x="2649435" y="1074884"/>
            <a:ext cx="971223" cy="1000573"/>
          </a:xfrm>
          <a:prstGeom prst="rect">
            <a:avLst/>
          </a:prstGeom>
        </p:spPr>
      </p:pic>
      <p:pic>
        <p:nvPicPr>
          <p:cNvPr id="8" name="1">
            <a:extLst>
              <a:ext uri="{FF2B5EF4-FFF2-40B4-BE49-F238E27FC236}">
                <a16:creationId xmlns:a16="http://schemas.microsoft.com/office/drawing/2014/main" id="{302FEC61-7DEF-4A27-86AB-9D916E9F084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" b="409"/>
          <a:stretch/>
        </p:blipFill>
        <p:spPr>
          <a:xfrm>
            <a:off x="919876" y="1074884"/>
            <a:ext cx="971223" cy="1000573"/>
          </a:xfrm>
          <a:prstGeom prst="rect">
            <a:avLst/>
          </a:prstGeom>
        </p:spPr>
      </p:pic>
      <p:pic>
        <p:nvPicPr>
          <p:cNvPr id="16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44CAD3A9-E16C-4BA8-8A94-13D10F9D38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-1936115"/>
            <a:ext cx="487363" cy="487363"/>
          </a:xfrm>
          <a:prstGeom prst="rect">
            <a:avLst/>
          </a:prstGeom>
        </p:spPr>
      </p:pic>
      <p:pic>
        <p:nvPicPr>
          <p:cNvPr id="17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EA2669D1-827C-4508-8B0F-E0960CF457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52400" y="-1783715"/>
            <a:ext cx="487363" cy="487363"/>
          </a:xfrm>
          <a:prstGeom prst="rect">
            <a:avLst/>
          </a:prstGeom>
        </p:spPr>
      </p:pic>
      <p:pic>
        <p:nvPicPr>
          <p:cNvPr id="18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2E08116B-A0B5-4C28-8E8A-72E0002923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04800" y="-1631315"/>
            <a:ext cx="487363" cy="487363"/>
          </a:xfrm>
          <a:prstGeom prst="rect">
            <a:avLst/>
          </a:prstGeom>
        </p:spPr>
      </p:pic>
      <p:pic>
        <p:nvPicPr>
          <p:cNvPr id="19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12818FF6-F2C5-42E4-8CC2-F92874AEEB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57200" y="-1478915"/>
            <a:ext cx="487363" cy="487363"/>
          </a:xfrm>
          <a:prstGeom prst="rect">
            <a:avLst/>
          </a:prstGeom>
        </p:spPr>
      </p:pic>
      <p:pic>
        <p:nvPicPr>
          <p:cNvPr id="20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B75A8C82-C2E3-413C-AD4F-19091A039F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09600" y="-1326515"/>
            <a:ext cx="487363" cy="487363"/>
          </a:xfrm>
          <a:prstGeom prst="rect">
            <a:avLst/>
          </a:prstGeom>
        </p:spPr>
      </p:pic>
      <p:pic>
        <p:nvPicPr>
          <p:cNvPr id="21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B379A5E4-C24B-40A6-B057-BDBE86AB9D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62000" y="-117411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25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7 L 0.45 0.21018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00" y="10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828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7037E-7 L 0.43945 0.008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66" y="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28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07407E-6 L 0.51797 0.22222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98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828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4.07407E-6 L 0.46732 -0.0472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59" y="-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" dur="828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L 0.69896 -0.07291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48" y="-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828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7037E-6 L 0.5931 -0.34884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48" y="-1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5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B77C1-F0D2-4DBF-A654-34265DABFB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742" y="90377"/>
            <a:ext cx="1687033" cy="55259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5A9DAD8-3B61-4970-A12C-39BFA39778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346" y="403840"/>
            <a:ext cx="6249308" cy="6050320"/>
          </a:xfrm>
          <a:prstGeom prst="rect">
            <a:avLst/>
          </a:prstGeom>
          <a:effectLst>
            <a:glow rad="254000">
              <a:schemeClr val="bg1">
                <a:alpha val="8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571085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</Words>
  <Application>Microsoft Office PowerPoint</Application>
  <PresentationFormat>Широкоэкранный</PresentationFormat>
  <Paragraphs>2</Paragraphs>
  <Slides>6</Slides>
  <Notes>0</Notes>
  <HiddenSlides>0</HiddenSlides>
  <MMClips>24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Calibri</vt:lpstr>
      <vt:lpstr>Montserrat Light</vt:lpstr>
      <vt:lpstr>Arial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Валерия</dc:creator>
  <cp:lastModifiedBy>Валерия</cp:lastModifiedBy>
  <cp:revision>11</cp:revision>
  <dcterms:created xsi:type="dcterms:W3CDTF">2026-03-06T13:08:46Z</dcterms:created>
  <dcterms:modified xsi:type="dcterms:W3CDTF">2026-03-06T17:09:56Z</dcterms:modified>
</cp:coreProperties>
</file>